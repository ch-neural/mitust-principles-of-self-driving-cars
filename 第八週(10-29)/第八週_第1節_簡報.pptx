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影片（Computerphile，英文，可開自動翻譯字幕）：從 0:17 播到 3:25。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講「步伐跟斜率成正比，快到谷底時斜率變小，步伐也變小，就比較不會越過谷底」。我們的動畫就是這個做法，只是谷只有一個。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前兩張看的是第一層的濾鏡、和它們各自的反應。這一張把斑馬線那張照片送進去，看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再往後幾層真的算出來的結果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：整張照片變成線條。斑馬線、人行道的邊、建築物的輪廓，都亮起來。這就是上一張那種「找邊」的濾鏡算出來的。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0:17–3:25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2026-10-27T01:36:45Z</dcterms:created>
  <dcterms:modified xsi:type="dcterms:W3CDTF">2026-10-27T01:36:45Z</dcterms:modified>
</cp:coreProperties>
</file>