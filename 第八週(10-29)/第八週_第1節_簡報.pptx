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讓大家知道，電腦「看見」車和人，靠的是從大量例子學出來的模型；它的輸出是框、類別和分數；而且東西離得愈遠、光線愈暗，模型就愈容易漏掉，沒有把它框出來。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前面幾週，我們把感測器一顆一顆讀完，上週看了每一種感測器在什麼情況下會失效，以及怎麼把幾種感測器的資料合起來用。感測器給的，其實只是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：電腦怎麼從一張照片，找出車和人。模型會給出什麼樣的答案，以及在什麼情況下，照片裡明明有車或人，模型卻沒有找到。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在講之前，先看一支影片。這些數字是相機裡面那一塊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量出來的，影片會讓大家看到它的構造：每一個像素是一個很小的感光格子，光照進來變成電，電再被換成一個數字。下一張我再用中文，一步一步講一次。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影片（Branch Education，英文，可開自動翻譯字幕）：從 7:47 播到 11:18。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這一段講手機相機裡面的影像感測器。8:05 他說，相機的最後面是一大片很小的感光方格，每一格就是一個像素；8:20 說一台 1600 萬像素的相機，大約就有 1600 萬個這種格子。8:37 說每一格上面放了一個微透鏡和一片濾色片：微透鏡把光聚進來，濾色片把這一格指定成紅、綠或藍，只讓那一種顏色的光通過。8:53 說真正感光的部分叫做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光電二極體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，9:00 說它的作用很像太陽能板：吸收光，變成電。9:12 到 9:46 講原理：光子打進去，把原子裡的電子打出來，打出來的電子累積起來，就可以量得到。10:22 說要把一千六百萬格的值全部讀出來，還需要很多電路；10:35 說最常見的讀法是一列一列讀，每次只把一列送進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類比數位轉換器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；10:54 說它把累積的電子換成一個 0 到 4095 的數字，11:02 說這個數字存成 12 個位元。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請注意這裡和我們的數字不一樣：12 個位元可以記 2 的 12 次方，4096 種，所以感測器量到的原始值是 0 到 4095；存成 JPEG 的時候，才壓成每種顏色 8 個位元，0 到 255，下一張會講。影片說明欄有寫，旁白在這裡把 4095 唸成了 4096，正確的是 4095。中間 10:05 到 10:18 他比較人眼和老鷹的感光細胞數量，跟今天的主題無關，可以不用解釋。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讓大家知道照片上的數字是怎麼量出來的：光照進來先變成電，電再換算成數字；顏色是靠濾色片把紅、綠、藍分開來量，缺的顏色再用旁邊的格子補起來。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第一支影片（CreativeLive，攝影老師 John Greengo，英文，可開自動翻譯字幕）：從 0:13 播到 1:27。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他用的就是我們剛剛的比喻：把每一個像素想成一個接雨水的水桶。0:23 他說，桶子整個接滿，相機就知道這一格是白的；0:37 說只接到一半，就是灰的；0:51 說只接到一點點，就是暗的。1:04 他說，如果把相機直接對著太陽，光多到水桶滿出來，多出來的光不會被記下來，他用的詞是 clipped，也就是我們講的過曝，數字頂到 255，那一塊只剩一片白。這一段他先不管顏色，只講從黑到白。1:27 以後他接著講 ISO 和雜訊，今天不播。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第二支影片（Computerphile，英文，可開自動翻譯字幕）：從 0:17 播到 3:25。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補充：如果拿顏料來調，為什麼結果跟光不一樣？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有同學可能會問：小時候畫畫，紅色加綠色調出來是咖啡色，不是黃色；所有顏料混在一起是黑色，不是白色。為什麼跟手電筒不一樣？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因為光和顏料做的事情剛好相反。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手電筒自己會發光。每多開一支，牆上就多一份光，所以光是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，三支都開就是白色。這叫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顏料自己不會發光。我們看得到顏料的顏色，是因為白光照到它。白光裡面紅、綠、藍都有，顏料把其中一部分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，把剩下的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到我們的眼睛裡。黃色的顏料把藍光吃掉，反射紅光和綠光，紅加綠，看起來就是黃色。青色的顏料，就是偏藍的綠色，它把紅光吃掉，反射綠光和藍光。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把黃色和青色的顏料混在一起，兩種顏料都在吃：黃色吃掉藍光，青色吃掉紅光，最後只剩下綠光沒有被吃掉，所以調出來是綠色。每多加一種顏料，被吃掉的顏色就多一些，反射回來的光就愈少，所以顏料是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。全部混在一起，幾乎所有的光都被吃掉，就變成很深的咖啡色，接近黑色。這叫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（下面這一段用數字算一次，時間不夠可以跳過。）假設黃色顏料會留下 90% 的紅光、90% 的綠光、10% 的藍光；青色顏料會留下 10% 的紅光、90% 的綠光、90% 的藍光。這些比例是為了好算而假設的。兩種顏料混在一起，光要兩種顏料都通過才回得來，所以要相乘：紅光剩下 90% 乘 10%，等於 9%；綠光剩下 90% 乘 90%，等於 81%；藍光剩下 10% 乘 90%，等於 9%。只有綠光留下比較多，所以是綠色。光是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，愈加愈多；顏料比較像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，每一層只留下一部分，乘下去只會愈來愈少。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生活中兩種做法都看得到。印表機的墨水不是紅、綠、藍，而是青、洋紅、黃三種顏色，再加一個黑色。因為紙本身不會發光，印表機只能用墨水把光吃掉；三種顏色的墨水混起來，只會變成深咖啡色，不是真正的黑色，所以要另外放一個黑色，也比較省墨水。手機螢幕和相機的感光元件，處理的都是光：螢幕是發出多少光，感光元件是收到多少光，所以都用紅、綠、藍，都是加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最後接回第 4 張。濾色片其實也是減法：紅色的濾色片不是把紅色加上去，而是把綠光和藍光擋掉，只讓紅光通過。如果把一片紅色的濾色片和一片綠色的濾色片疊在一起，紅色那片擋掉綠光和藍光，綠色那片擋掉紅光，最後什麼光都過不去，就是一片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就是人」。電腦只是照做，完全不用資料。好處是容易看懂，出錯的時候也容易查出是哪一條規則有問題；壞處就是上一張講的，情況一多，規則寫不完。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寫規則，人決定看什麼也決定怎麼判斷；機器學習，人決定看什麼，電腦學怎麼判斷；深度學習，看什麼和怎麼判斷，兩個都是電腦自己學。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代價也跟著變：愈往右邊的做法，需要的資料愈多，電腦的運算能力也要愈強；而且愈往右，人愈難知道模型為什麼會這樣判斷。今天自駕車看照片、看點雲，主流都是深度學習。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用真的資料做一次傳統機器學習，讓大家看到「人選特徵、電腦學門檻」是什麼意思，以及這種做法的限制在哪裡。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模型先猜一個答案，再拿去對標準答案，然後把裡面的數字改一點點，這樣重複很多次。機器學習和深度學習都是這樣學的，差別只在第三步要改的數字有幾個；而對答案用的標準答案，要先有人標好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那「讓電腦自己學」，到底怎麼學？先講清楚一件事：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這一張講的學法，機器學習和深度學習都一樣。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兩種做法都是四個步驟，跟各位準備考試很像。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模型先猜一個答案。用第 9 張的機器學習來說，給它一個框，它算出高除以寬，猜這個框是人還是車。用深度學習的 YOLOX 來說，丟一整張照片進去，它猜「這裡有一個人，框在這裡」。一開始模型什麼都不會，猜得亂七八糟。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答案事先已經有人標好了：這個框是人還是車、照片裡人在哪裡、車在哪裡。拿模型猜的去比標準答案，看差多少：類別錯了沒有、框偏了多少、有沒有漏掉。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兩種做法不一樣的地方，就在這一步：要改的數字有幾個。第 9 張的機器學習，要改的數字只有一個，就是門檻；「看高除以寬」是人選好的，電腦不會去改它。深度學習的 YOLOX，裡面有大約九百萬個數字，可以想成九百萬個小旋鈕，第 12 張要看的那些濾鏡也在裡面，所以連「看什麼」都會一起被改。電腦會算出每個旋鈕往哪邊轉一點點，下次的錯就會少一點。注意是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這裡要說明一下第 9 張。第 9 張的門檻 1.03，其實不是用這四步一點一點改出來的：那時候我讓電腦把門檻從 0.5 一路試到 3，每一個都試過，挑分得最準的那一個。門檻只有一個數字，全部試一遍很快。可是 YOLOX 有九百萬個數字，不可能把每一種組合都試一遍，只能用這四步一點一點改。下一張，我用同一批例子、同一個門檻，改用一點一點改的方法再學一次，結果停在 1.17，一樣全部分對。為什麼每次只改一點點，下一張用動畫示範。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換下一個例子，再猜、再對、再改。幾萬個例子，一輪又一輪。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讓大家知道為什麼每次只改一點點：電腦算得出往哪個方向改比較好，但是算不出要改多少；一次改太多，會越過最好的位置，而且會把從別的照片學到的東西弄壞。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電腦學東西就是這樣。對完答案，它算得出「門檻往小一點，錯會變少」，這是方向；可是它不知道要往小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：橫軸是門檻放在哪裡，縱軸是放在那裡會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錯多少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2.5，跳過谷底，落到對面的山坡上；下一步又跳回 2，再跳到負 1……一直在山谷兩邊跳來跳去，改了 30 次只分對一半。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（注意：這裡學出來是 1.17，第 9 張是 1.03。兩個都在淺綠帶裡，都能全部分對；用的方法不一樣，停的位置就不一樣。）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這一張講的東西，都有正式的名字。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以後各位看英文的資料，或是第十週訓練模型的時候，會一直碰到這幾個詞，先記下來。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損失函數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loss function。就是動畫裡那條山谷曲線：門檻放在哪裡，會錯多少。它是用來量「模型現在錯多少」的，數字愈小愈好，谷底就是錯最少的地方。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gradient。就是球腳下那一段黃色斜線：曲線在這一點有多斜、往哪一邊斜。電腦對完答案以後算出來的，就是梯度。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梯度下降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gradient descent。就是整個動畫在做的事：照著梯度往下坡走一小步，再算一次梯度，再走一小步，一直重複，走到谷底。每一步走多大，就是剛剛講的學習率。影片列的標題寫著「梯度下降」，指的就是這件事。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所以把這一張換成正式的說法，就是：電腦用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梯度下降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，照著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一步一步走，讓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損失函數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愈來愈小；每一步走多大，由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他先把問題縮成「只有一個輸入的函數，怎麼找到最低點」，畫一條有好幾個谷的曲線；5:51 說：看你站的地方斜率是正還是負，往下坡那邊走一步；6:19 用的就是「球滾下山」的比喻；6:23 提醒，從不同的地方出發，可能停在不同的谷；6:42 講「步伐跟斜率成正比，快到谷底時斜率變小，步伐也變小，就比較不會越過谷底」。我們的動畫就是這個做法，只是谷只有一個。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讓大家知道深度學習自己學出來的第一層長什麼樣子，以及為什麼它們看起來不像車：它們是最小的「筆畫」，不是車的零件。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上一張說，深度學習連「看什麼」都自己學。學出來的東西長什麼樣子？這張是真的，從 YOLOX 的模型檔案裡直接拿出來的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，每一個是一組 6 乘 6 的數字，畫成一個小方塊。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各位第一眼一定會想：這些看起來一點都不像車，也不像人。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對，它們本來就不是。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用寫中文字來想。「車」這個字，是由橫、豎、點、折這些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組成的。筆畫本身一點都不像車，可是把幾個筆畫照固定的方式拼起來，就變成「車」；同樣的筆畫換一種拼法，又變成「人」、「路」。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個濾鏡，就是照片的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。看它們長什麼樣子：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18 個，一塊紅；第 26 個，一塊綠。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亮暗交界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21 個，左邊暗、右邊亮，這是一條直的邊；第 10 個，上面暗、下面亮，這是一條橫的邊。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5 個、第 27 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車子是什麼？是好幾條直邊、橫邊，加上一塊一塊的顏色，照固定的方式拼在一起；人也是。所以第一層只負責找這些最小的筆畫，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後面的層再把筆畫拼成零件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（輪子、車窗、腿），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再拼成整台車、整個人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14 張會看到。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個筆畫沒有一個是人畫的。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這些濾鏡到底怎麼用？黃框圈起來的三個，下一張實際放到照片上給大家看。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讓大家看懂濾鏡的用途：它在照片上每一個位置問同一個小問題，答案畫出來，就是一張「哪裡有這種筆畫」的地圖。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濾鏡怎麼用？很像拿一張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小小的透明卡片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，在照片上從左到右、從上到下，一格一格移過去。每移到一個地方，就比一比：「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這一小塊，像不像我？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」像，那個位置就亮；不像，就暗。整張照片比完，就得到一張新的圖。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看三個真的例子，同一張斑馬線照片。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左邊，第 18 個，紅色濾鏡。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它問：「這一小塊紅不紅？」下面是它真的算出來的結果：最右邊那個人的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紅褲子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最亮，其他偏紅、偏橘的地方也亮一點；灰色的路、天空，都是暗的。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中間，第 21 個，直邊濾鏡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，左邊暗、右邊亮。它問：「這裡是不是左暗右亮？」結果：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人的腿、路燈桿、建築物的直線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亮起來，因為那些地方剛好是一邊暗一邊亮。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右邊，第 10 個，橫邊濾鏡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，上面暗、下面亮。結果：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斑馬線的橫線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、人行道的邊亮起來。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所以一個濾鏡，就是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一個很小的問題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；三十二個濾鏡，就是在照片上同時問三十二個小問題，得到三十二張「哪裡有這種筆畫」的地圖。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地圖本身還不知道哪裡是人。可是請想一下：「這裡有兩條直的邊、下面有橫的邊、中間有一塊紅」，把這些答案再交給下一層去組合，就可能是「一條穿紅褲子的腿」。下一層再組合，就變成「一個人」。這就是下一張要看的：一層一層組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（說明：這三個是我從 32 個裡挑的，挑法是看它們的反應和照片的「紅的程度」「往右變亮」「往下變亮」最一致，相關係數分別是 0.83、0.89、0.84。其他濾鏡也各問各的問題。）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前兩張看的是第一層的濾鏡、和它們各自的反應。這一張把斑馬線那張照片送進去，看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再往後幾層真的算出來的結果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：整張照片變成線條。斑馬線、人行道的邊、建築物的輪廓，都亮起來。這就是上一張那種「找邊」的濾鏡算出來的。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讓大家知道，門檻要設在哪裡，是一種取捨：門檻設得低，模型會多報出一些其實不存在的東西；門檻設得高，又會漏掉一些真的存在的車和人；沒有一個門檻可以讓這兩種錯誤同時變少。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讓大家用真的數字看見門檻的取捨：門檻拉高，多報的框變少了，可是漏掉沒抓到的車和人就變多了；這兩欄的數字會一起變化。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2%，行人幾乎全部都沒抓到。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想讓多報的框變少，就要接受漏掉的車和人變多；想讓漏掉的變少，就要接受多報的框變多。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沒有一列是兩邊都好的。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第一，「對不到標註」不一定都是錯的。上一張商場裡的人就是例子：真的有人，只是官方沒標。所以這一欄的意思是「多報的框，最多有這麼多個」。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27%。因為人和機車在照片上比車小；下一張會看到，距離愈遠，這個差別愈明顯。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讓大家知道，用相機照片做偵測，也是距離愈遠就愈容易漏掉；而且距離拉遠的時候，人和機車被抓到的比例，比車下降得快很多。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跟上週比一下：上週看到，雷達和光達打在物體上的點，距離愈遠就愈稀疏；今天看到，相機的偵測也一樣。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每一種感測器都是距離愈遠，表現就愈差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，只是變差的方式不一樣。這也是第五週為什麼要算「四十公尺外的機車有幾個點」。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讓大家知道，同一個模型，到了晚上，漏掉沒抓到的行人就比較多；這跟上週失效對照表「相機夜間變差」是同一件事。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49%。也就是說，每六個行人，晚上大約就多漏掉一個。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讓大家知道，照片上的框只告訴我們東西在哪個方向，不告訴我們它有多遠；把光達的點放進框裡，才知道它有多遠。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分數拿來切門檻：門檻設得低，模型會多報出不存在的東西，車子就會為了它們亂煞車；門檻設得高，模型會漏掉真的人和車，車子就可能撞上去。沒有一個門檻兩邊都好。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東西離得愈遠、光線愈暗，模型就愈容易漏掉；而且人和機車比車更早開始漏掉。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7Dopv6kzJA?t=467" TargetMode="External"/><Relationship Id="rId1" Type="http://schemas.openxmlformats.org/officeDocument/2006/relationships/image" Target="../media/image-3-1.jp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sXIQkhsxEM?t=13" TargetMode="External"/><Relationship Id="rId3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4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20-1.jp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3-1.jpg"/><Relationship Id="rId3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24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3690" y="1371600"/>
            <a:ext cx="5576621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978" y="1389888"/>
            <a:ext cx="5540045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cảm biến ảnh (Branch Education)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影片：影像感測器把光變成數字（Branch Education）　7:47–11:18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youtu.be/B7Dopv6kzJA?t=467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điểm ảnh như cái xô (CreativeLive)　0:13–1:27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影片：像素像水桶（CreativeLive）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youtu.be/BsXIQkhsxEM?t=13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72287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2287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01548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　0:17–3:25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850" dirty="0"/>
          </a:p>
        </p:txBody>
      </p:sp>
      <p:pic>
        <p:nvPicPr>
          <p:cNvPr id="14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24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056848" y="365760"/>
            <a:ext cx="358423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84864" y="384048"/>
            <a:ext cx="3401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cộng thêm ánh sáng, màu vẽ ăn bớt ánh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手電筒是加光，顏料是吃掉光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24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và học sâu đều học như nhau: đoán, so đáp án, sửa một chút — lặp lại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機器學習和深度學習都這樣學：猜、對答案、改一點點，重複很多次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đoán trước một đáp án: khung này là người hay xe? Trong ảnh, người ở đâu?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模型先猜一個答案：這個框是人還是車？照片裡哪裡有人？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máy: chỉ ngưỡng, 1 số. YOLOX: ~9 triệu số, cả bộ lọc.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機器學習：只改門檻，1 個。YOLOX：約 900 萬個，連濾鏡一起改。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ví dụ,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幾萬個例子，一輪又一輪。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đầu: không phải mảnh xe, mà là «nét chữ»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第一層 32 個濾鏡：不是車的零件，是最小的「筆畫」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56846" y="1371600"/>
            <a:ext cx="583030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134" y="1389888"/>
            <a:ext cx="579373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顯示；黃框＝下一張示範的三個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lọc dùng thế nào · 濾鏡怎麼用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Trượt kính lọc khắp ảnh: chỗ nào giống thì sáng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拿濾鏡在照片上一格一格比：像就亮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8167" y="1371600"/>
            <a:ext cx="768766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55" y="1389888"/>
            <a:ext cx="765109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第一個卷積層真的輸出（只取正的部分）疊在變暗的照片上 · 這三個是 32 個裡面，反應和「紅的程度／往右變亮／往下變亮」最一致的 · nuScenes scene-0553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2026-10-27T03:18:51Z</dcterms:created>
  <dcterms:modified xsi:type="dcterms:W3CDTF">2026-10-27T03:18:51Z</dcterms:modified>
</cp:coreProperties>
</file>