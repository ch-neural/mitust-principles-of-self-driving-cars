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讓大家知道，電腦「看見」車和人，靠的是從大量例子學出來的模型；它的輸出是框、類別和分數；而且東西離得愈遠、光線愈暗，模型就愈容易漏掉，沒有把它框出來。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前面幾週，我們把感測器一顆一顆讀完，上週看了每一種感測器在什麼情況下會失效，以及怎麼把幾種感測器的資料合起來用。感測器給的，其實只是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：電腦怎麼從一張照片，找出車和人。模型會給出什麼樣的答案，以及在什麼情況下，照片裡明明有車或人，模型卻沒有找到。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在講之前，先看一支影片。這些數字是相機裡面那一塊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量出來的，影片會讓大家看到它的構造：每一個像素是一個很小的感光格子，光照進來變成電，電再被換成一個數字。下一張我再用中文，一步一步講一次。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影片（Branch Education，英文，可開自動翻譯字幕）：從 7:47 播到 11:18。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這一段講手機相機裡面的影像感測器。8:05 他說，相機的最後面是一大片很小的感光方格，每一格就是一個像素；8:20 說一台 1600 萬像素的相機，大約就有 1600 萬個這種格子。8:37 說每一格上面放了一個微透鏡和一片濾色片：微透鏡把光聚進來，濾色片把這一格指定成紅、綠或藍，只讓那一種顏色的光通過。8:53 說真正感光的部分叫做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光電二極體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，9:00 說它的作用很像太陽能板：吸收光，變成電。9:12 到 9:46 講原理：光子打進去，把原子裡的電子打出來，打出來的電子累積起來，就可以量得到。10:22 說要把一千六百萬格的值全部讀出來，還需要很多電路；10:35 說最常見的讀法是一列一列讀，每次只把一列送進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類比數位轉換器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；10:54 說它把累積的電子換成一個 0 到 4095 的數字，11:02 說這個數字存成 12 個位元。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請注意這裡和我們的數字不一樣：12 個位元可以記 2 的 12 次方，4096 種，所以感測器量到的原始值是 0 到 4095；存成 JPEG 的時候，才壓成每種顏色 8 個位元，0 到 255，下一張會講。影片說明欄有寫，旁白在這裡把 4095 唸成了 4096，正確的是 4095。中間 10:05 到 10:18 他比較人眼和老鷹的感光細胞數量，跟今天的主題無關，可以不用解釋。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讓大家知道照片上的數字是怎麼量出來的：光照進來先變成電，電再換算成數字；顏色是靠濾色片把紅、綠、藍分開來量，缺的顏色再用旁邊的格子補起來。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0.11），左邊第一格就是這樣算的。所以多放一倍的綠，照片的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第一支影片（CreativeLive，攝影老師 John Greengo，英文，可開自動翻譯字幕）：從 0:13 播到 1:27。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他用的就是我們剛剛的比喻：把每一個像素想成一個接雨水的水桶。0:23 他說，桶子整個接滿，相機就知道這一格是白的；0:37 說只接到一半，就是灰的；0:51 說只接到一點點，就是暗的。1:04 他說，如果把相機直接對著太陽，光多到水桶滿出來，多出來的光不會被記下來，他用的詞是 clipped，也就是我們講的過曝，數字頂到 255，那一塊只剩一片白。這一段他先不管顏色，只講從黑到白。1:27 以後他接著講 ISO 和雜訊，今天不播。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第二支影片（Computerphile，英文，可開自動翻譯字幕）：從 0:17 播到 3:25。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諾丁漢大學的老師在紙上畫：感光元件只知道「有多少光照到」，不放濾色片就只能得到黑白照片（0:40）；所以每一格前面放一片紅、綠或藍的濾色片（0:51）；2:08 有一張紅綠相間的格子動畫，就是這種排列；2:08 到 3:00 他講為什麼綠色是兩倍：眼睛對綠色最敏感，亮暗大部分從綠色來，照片看起來比較清楚。片中說的「Biofilter」是口音，指的就是 Bayer filter。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Computerphile）：從 3:02 播到 5:46。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3:02 他說缺的顏色就看旁邊同顏色的格子取中間值，跟這張的鄰居平均一樣；3:25 說這一步叫 demosaicing（去馬賽克）；4:22 開始在紙上寫四個鄰居 200、200、200、50，問中間那格該是多少：直接平均，還是看出那是一條邊、應該是 200，這就是我說的「真的相機會看邊的方向」；5:20 給兩張黑白放射狀的圖，示範補錯時會出現的怪紋路。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就是人」。電腦只是照做，完全不用資料。好處是容易看懂，出錯的時候也容易查出是哪一條規則有問題；壞處就是上一張講的，情況一多，規則寫不完。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。給它的就是原始的像素，四百多萬個數字，它自己從例子裡學出要看什麼。這一節後面會一直用到一個深度學習的模型，叫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。它是專門找物體的模型，2021 年由一家中國的 AI 公司（曠視，Megvii）公開，任何人都可以免費下載使用。我把它下載下來，在上週那份 nuScenes 資料的四百零四張前方照片上全部跑過一次，後面投影片上的框、分數和統計，都是它真的跑出來的。YOLOX 裡面大約有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寫規則，人決定看什麼也決定怎麼判斷；機器學習，人決定看什麼，電腦學怎麼判斷；深度學習，看什麼和怎麼判斷，兩個都是電腦自己學。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代價也跟著變：愈往右邊的做法，需要的資料愈多，電腦的運算能力也要愈強；而且愈往右，人愈難知道模型為什麼會這樣判斷。今天自駕車看照片、看點雲，主流都是深度學習。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用真的資料做一次傳統機器學習，讓大家看到「人選特徵、電腦學門檻」是什麼意思，以及這種做法的限制在哪裡。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讓大家知道「學」是什麼意思：猜、對答案、改一點點，重複很多次；而標準答案要先有人標好。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那「讓電腦自己學」，到底怎麼學？四個步驟，跟各位準備考試很像。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丟一張照片進去，模型就猜：「這裡有一個人，框在這裡。」一開始它什麼都不會，猜得亂七八糟。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這張照片，事先已經有人標好了：人在哪裡、車在哪裡。拿模型猜的去比標準答案，看差多少：框偏了多少、類別錯了沒有、有沒有漏掉。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剛剛那個例子，要改的數字只有一個，就是門檻。深度學習的 YOLOX，裡面有大約九百萬個數字，可以想成九百萬個小旋鈕。電腦會算出：每個旋鈕往哪邊轉一點點，下次就會差少一點。注意是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，不是一次改到對。為什麼只改一點點？下一張用真的資料示範。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換下一張照片，再猜、再對、再改。幾萬張照片，一輪又一輪。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讓大家知道為什麼每次只改一點點：電腦算得出往哪個方向改比較好，但是算不出要改多少；一次改太多，會越過最好的位置，而且會把從別的照片學到的東西弄壞。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上一張說「改一點點」，為什麼不一次改到對？有兩個理由。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第一個理由：電腦只知道方向，不知道距離。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想像大霧裡下山，看不到山谷在哪裡，只摸得到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腳下是往哪邊斜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。最安全的做法是：往下坡的方向走一小步，停下來再摸一次，再走一小步。如果你一看到往下，就往那個方向大跳一百公尺，很可能直接跳過山谷，落在對面的山坡上。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電腦學東西就是這樣。對完答案，它算得出「門檻往小一點，錯會變少」，這是方向；可是它不知道要往小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。每次走多大一步，是人事先設定的，這個數字叫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看這個動畫，數字是真的。我拿第 9 張那 627 個例子算了一條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山谷曲線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：橫軸是門檻放在哪裡，縱軸是放在那裡會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。谷底就是最好的門檻。中間那條淺綠色的帶，是分得對的範圍：汽車最高到 1.02，大人最低 1.25，門檻放在中間就全部分對。黃色的球是電腦目前的門檻，從 2.6 出發，每一次修改，就往下坡走「步伐乘以斜度」那麼遠。前八步會放慢：每一步跳之前，球腳下先出現一小段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黃色斜線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，那就是電腦算出來的斜度；下面再出現一個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箭頭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，標出這一步要跳多遠。三格只差在步伐，也就是學習率。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中間，步伐剛好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：第一步從 2.6 跳到 1.99，第二步 1.60，第三步 1.41，第四步 1.31……請看下面的箭頭，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一次比一次短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。因為愈靠近谷底，坡愈平，斜度愈小，「步伐乘以斜度」自然就愈小，球會自己放慢。第六步走進淺綠帶，最後停在 1.17，全部分對。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左邊，步伐太小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：方向是對的，球一小步一小步往下滾，改了 30 次才到 1.32，還差一點才進淺綠帶。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右邊，步伐太大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：第一步就從 2.6 跳到負 2.5，跳過谷底，落到對面的山坡上；下一步又跳回 2，再跳到負 1……一直在山谷兩邊跳來跳去，改了 30 次只分對一半。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就像洗澡調水溫：太冷，水龍頭一下轉到底，變太燙；再一下轉回去，又太冷。慢慢轉一點點，等一下，再轉一點點，才調得到剛好。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（注意：這裡學出來是 1.17，第 9 張是 1.03。兩個都在淺綠帶裡，都能全部分對；用的方法不一樣，停的位置就不一樣。）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第二個理由：每次只看到一部分照片。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深度學習，照片有好幾萬張，電腦沒辦法每改一次就看完全部，通常一次只看幾張到幾十張。如果每看幾張就大改，模型會變成「只記得剛剛那幾張」，前面從其他照片學到的就被蓋掉了。就像準備考試，不能因為剛剛那一題錯了，就把整本筆記改掉；每一題錯了，筆記只修一點點，寫夠多題，筆記才會對所有題目都好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 有九百萬個小旋鈕，每個都要這樣一點一點調，所以訓練要跑很多輪、要很強的電腦。第十週訓練模型的時候，各位會親眼看到學習率這個設定。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影片（3Blue1Brown，英文，可開自動翻譯字幕）：從 5:12 播到 6:54。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他先把問題縮成「只有一個輸入的函數，怎麼找到最低點」，畫一條有好幾個谷的曲線；5:51 說：看你站的地方斜率是正還是負，往下坡那邊走一步；6:19 用的就是「球滾下山」的比喻；6:23 提醒，從不同的地方出發，可能停在不同的谷；6:42 講「步伐跟斜率成正比，快到谷底時斜率變小，步伐也變小，就比較不會越過谷底」。我們的動畫就是這個做法，只是谷只有一個。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讓大家知道深度學習自己學出來的第一層長什麼樣子，以及為什麼它們看起來不像車：它們是最小的「筆畫」，不是車的零件。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上一張說，深度學習連「看什麼」都自己學。學出來的東西長什麼樣子？這張是真的，從 YOLOX 的模型檔案裡直接拿出來的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，每一個是一組 6 乘 6 的數字，畫成一個小方塊。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各位第一眼一定會想：這些看起來一點都不像車，也不像人。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對，它們本來就不是。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用寫中文字來想。「車」這個字，是由橫、豎、點、折這些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組成的。筆畫本身一點都不像車，可是把幾個筆畫照固定的方式拼起來，就變成「車」；同樣的筆畫換一種拼法，又變成「人」、「路」。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個濾鏡，就是照片的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。看它們長什麼樣子：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18 個，一塊紅；第 26 個，一塊綠。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亮暗交界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21 個，左邊暗、右邊亮，這是一條直的邊；第 10 個，上面暗、下面亮，這是一條橫的邊。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5 個、第 27 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車子是什麼？是好幾條直邊、橫邊，加上一塊一塊的顏色，照固定的方式拼在一起；人也是。所以第一層只負責找這些最小的筆畫，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後面的層再把筆畫拼成零件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（輪子、車窗、腿），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再拼成整台車、整個人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 14 張會看到。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個筆畫沒有一個是人畫的。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這些濾鏡到底怎麼用？黃框圈起來的三個，下一張實際放到照片上給大家看。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讓大家看懂濾鏡的用途：它在照片上每一個位置問同一個小問題，答案畫出來，就是一張「哪裡有這種筆畫」的地圖。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濾鏡怎麼用？很像拿一張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小小的透明卡片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，在照片上從左到右、從上到下，一格一格移過去。每移到一個地方，就比一比：「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這一小塊，像不像我？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」像，那個位置就亮；不像，就暗。整張照片比完，就得到一張新的圖。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看三個真的例子，同一張斑馬線照片。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左邊，第 18 個，紅色濾鏡。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它問：「這一小塊紅不紅？」下面是它真的算出來的結果：最右邊那個人的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紅褲子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最亮，其他偏紅、偏橘的地方也亮一點；灰色的路、天空，都是暗的。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中間，第 21 個，直邊濾鏡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，左邊暗、右邊亮。它問：「這裡是不是左暗右亮？」結果：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人的腿、路燈桿、建築物的直線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亮起來，因為那些地方剛好是一邊暗一邊亮。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右邊，第 10 個，橫邊濾鏡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，上面暗、下面亮。結果：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斑馬線的橫線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、人行道的邊亮起來。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所以一個濾鏡，就是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一個很小的問題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；三十二個濾鏡，就是在照片上同時問三十二個小問題，得到三十二張「哪裡有這種筆畫」的地圖。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地圖本身還不知道哪裡是人。可是請想一下：「這裡有兩條直的邊、下面有橫的邊、中間有一塊紅」，把這些答案再交給下一層去組合，就可能是「一條穿紅褲子的腿」。下一層再組合，就變成「一個人」。這就是下一張要看的：一層一層組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（說明：這三個是我從 32 個裡挑的，挑法是看它們的反應和照片的「紅的程度」「往右變亮」「往下變亮」最一致，相關係數分別是 0.83、0.89、0.84。其他濾鏡也各問各的問題。）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讓大家看到模型真的是一層一層組起來的：前面看邊，後面看到整個人。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前兩張看的是第一層的濾鏡、和它們各自的反應。這一張把斑馬線那張照片送進去，看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再往後幾層真的算出來的結果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：整張照片變成線條。斑馬線、人行道的邊、建築物的輪廓，都亮起來。這就是上一張那種「找邊」的濾鏡算出來的。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：再往後幾層，看到的東西更細、更雜，像紋理、小零件：牆上的格子、人身上衣服的紋路。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：再往後，畫面變得很粗，一格代表照片上的一大塊。可是請看，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五個行人的位置整個亮起來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，其他地方幾乎全暗。這一層已經不在看邊了，它在看「這裡像不像一個人」。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最後再接上偵測的那一層，就變成下一張的框、類別和分數。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層我挑變化最大的一個；後面兩個，我挑「在行人身上比背景亮最多」的那一個，所以後段那張是刻意挑出來看人的通道，其他通道有的看車、有的看路。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 第一集，英文）：從 5:32 播到 8:39。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他用手寫數字當例子講「我們希望中間的層在做什麼」：9 是上面一個圈加右邊一條線（5:49）；圈又可以拆成好幾小段邊（6:53）；所以希望第二層找小段的邊、第三層把邊組成圈和直線、最後一層組成數字（7:15）。要誠實補充一句：他在第二集 14:01 說，那個很簡單的網路實際學出來的並不像邊，看起來幾乎是亂的；而我們用的 YOLOX 是專門看圖的「卷積網路」，第 12 張那 32 個濾鏡就真的學出了顏色和邊。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上一張最後一層之後，再接上偵測的那一層，就得到這張：YOLOX 在斑馬線那張照片上真的跑出來的結果。這種工作叫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影片（TED，YOLO 的作者 Joseph Redmon，英文，可開字幕）：從 0:12 播到 4:30。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他先用分類：電腦說得出照片裡是哪一種狗（1:02）；可是一張照片有貓有狗，只給一個答案就不夠了（1:13）；所以要用物件偵測，把每個東西框起來（1:48），他說自駕車、機器人要的就是這種資訊（2:09）。2:22 到 3:36 示範速度：一張要 2 秒的偵測器跟不上，每秒 5 張也不夠，他筆電上即時跑的版本可以一路跟著他移動。4:11 到 4:30 解釋名字：整張照片只看一次（You Only Look Once），所以叫 YOLO。我們用的 YOLOX，就是後來從 YOLO 這一家延伸出來的版本。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14 集，英文，1 分 27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這就是第三種工作「分割」的真實樣子。上半部的畫面裡，車子塗成藍色、行人塗成紅色、可以開的路面塗成綠色（0:13）；下半部再把每一個人、每一台車分開編號（0:24）。0:40 說它連公車的後照鏡、形狀奇怪的卡車、拖車的形狀都描得出來；被樹擋住一半的車，還是被當成同一台（0:45）；0:52 在三角錐旁邊也描出了可以開的路面。比起一個框，這種做法對形狀奇怪、互相擋住的東西更清楚。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讓大家知道，門檻要設在哪裡，是一種取捨：門檻設得低，模型會多報出一些其實不存在的東西；門檻設得高，又會漏掉一些真的存在的車和人；沒有一個門檻可以讓這兩種錯誤同時變少。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TED）：從 5:10 播到 5:48。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他把鏡頭對著觀眾，說「我們把偵測的門檻調低一點，就可以找到更多人」（5:22），畫面上框一下子多了很多，連觀眾手上的停車標誌、背包都框出來了。這就是左邊那張門檻 0.3：框變多了，找到的東西也變多了。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讓大家用真的數字看見門檻的取捨：門檻拉高，多報的框變少了，可是漏掉沒抓到的車和人就變多了；這兩欄的數字會一起變化。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2%，行人幾乎全部都沒抓到。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想讓多報的框變少，就要接受漏掉的車和人變多；想讓漏掉的變少，就要接受多報的框變多。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沒有一列是兩邊都好的。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第一，「對不到標註」不一定都是錯的。上一張商場裡的人就是例子：真的有人，只是官方沒標。所以這一欄的意思是「多報的框，最多有這麼多個」。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27%。因為人和機車在照片上比車小；下一張會看到，距離愈遠，這個差別愈明顯。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讓大家知道，用相機照片做偵測，也是距離愈遠就愈容易漏掉；而且距離拉遠的時候，人和機車被抓到的比例，比車下降得快很多。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跟上週比一下：上週看到，雷達和光達打在物體上的點，距離愈遠就愈稀疏；今天看到，相機的偵測也一樣。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每一種感測器都是距離愈遠，表現就愈差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，只是變差的方式不一樣。這也是第五週為什麼要算「四十公尺外的機車有幾個點」。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讓大家知道，同一個模型，到了晚上，漏掉沒抓到的行人就比較多；這跟上週失效對照表「相機夜間變差」是同一件事。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49%。也就是說，每六個行人，晚上大約就多漏掉一個。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19 集，英文，1 分 51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主題剛好是「晚上偵測行人」。0:16 到 0:47 的熱度圖，是幾個模型對「這裡有沒有人」意見不一致的地方，紅色最不確定，例如撐傘的人；他們把這些最沒把握的畫面挑出來，請人標好，再加進訓練資料，這叫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主動學習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。0:48 之後左右對照：左邊是人工挑資料訓練的模型，右邊是主動學習訓練的；鏡頭上一滴雨，左邊撐傘的人就不見了，右邊還在（0:58）；左邊把一張卡通人像當成行人，右邊沒有（1:13）；最後一段，右邊在很暗的地方同時抓到機車和騎士（1:26）。這也接到第二節：要標哪些照片，也是一門學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讓大家知道，照片上的框只告訴我們東西在哪個方向，不告訴我們它有多遠；把光達的點放進框裡，才知道它有多遠。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影片（波昂大學 Cyrill Stachniss 教授，英文）：從 0:04 播到 2:21。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佔據網格就像存在電腦裡的地圖（0:08）：把地面切成小格子，每一格記「有東西」還是「空的」，畫出來就像一張黑白圖片（0:58），黑色是有東西、白色是空的（1:12）。我們的圖用紅色表示有東西，意思一樣。1:40 他講到重點：感測器有雜訊，其實不能百分之百確定，所以每一格記的是一個機率，1 是一定有東西，0 是一定空的（2:02）。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分數拿來切門檻：門檻設得低，模型會多報出不存在的東西，車子就會為了它們亂煞車；門檻設得高，模型會漏掉真的人和車，車子就可能撞上去。沒有一個門檻兩邊都好。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東西離得愈遠、光線愈暗，模型就愈容易漏掉；而且人和機車比車更早開始漏掉。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7Dopv6kzJA?t=467" TargetMode="External"/><Relationship Id="rId1" Type="http://schemas.openxmlformats.org/officeDocument/2006/relationships/image" Target="../media/image-3-1.jp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sXIQkhsxEM?t=13" TargetMode="External"/><Relationship Id="rId3" Type="http://schemas.openxmlformats.org/officeDocument/2006/relationships/hyperlink" Target="https://youtu.be/LWxu4rkZBLw?t=17" TargetMode="External"/><Relationship Id="rId1" Type="http://schemas.openxmlformats.org/officeDocument/2006/relationships/image" Target="../media/image-4-1.jpg"/><Relationship Id="rId4" Type="http://schemas.openxmlformats.org/officeDocument/2006/relationships/image" Target="../media/image-4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82" TargetMode="External"/><Relationship Id="rId1" Type="http://schemas.openxmlformats.org/officeDocument/2006/relationships/image" Target="../media/image-5-1.jp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HZwWFHWa-w?t=312" TargetMode="External"/><Relationship Id="rId1" Type="http://schemas.openxmlformats.org/officeDocument/2006/relationships/image" Target="../media/image-11-1.gif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ircAruvnKk?t=332" TargetMode="External"/><Relationship Id="rId1" Type="http://schemas.openxmlformats.org/officeDocument/2006/relationships/image" Target="../media/image-14-1.jp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gxsv1riJhI?t=12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HS1wV9NMLr8" TargetMode="Externa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gxsv1riJhI?t=310" TargetMode="External"/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4" Type="http://schemas.openxmlformats.org/officeDocument/2006/relationships/image" Target="../media/image-1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4aq13pB9s7c" TargetMode="External"/><Relationship Id="rId1" Type="http://schemas.openxmlformats.org/officeDocument/2006/relationships/image" Target="../media/image-20-1.jp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8ckhPViqneg?t=4" TargetMode="External"/><Relationship Id="rId1" Type="http://schemas.openxmlformats.org/officeDocument/2006/relationships/image" Target="../media/image-23-1.jpg"/><Relationship Id="rId3" Type="http://schemas.openxmlformats.org/officeDocument/2006/relationships/image" Target="../media/image-2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24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3690" y="1371600"/>
            <a:ext cx="5576621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1978" y="1389888"/>
            <a:ext cx="5540045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cảm biến ảnh (Branch Education)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影片：影像感測器把光變成數字（Branch Education）　7:47–11:18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youtu.be/B7Dopv6kzJA?t=467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175636" y="1371600"/>
            <a:ext cx="6792728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924" y="1389888"/>
            <a:ext cx="6756152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điểm ảnh như cái xô (CreativeLive)　0:13–1:27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影片：像素像水桶（CreativeLive）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youtu.be/BsXIQkhsxEM?t=13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72287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2287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501548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bộ lọc Bayer (Computerphile)　0:17–3:25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影片：Bayer 濾色片（Computerphile）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youtu.be/LWxu4rkZBLw?t=17</a:t>
            </a:r>
            <a:endParaRPr lang="en-US" sz="850" dirty="0"/>
          </a:p>
        </p:txBody>
      </p:sp>
      <p:pic>
        <p:nvPicPr>
          <p:cNvPr id="14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24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73343" y="1371600"/>
            <a:ext cx="4997313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31" y="1389888"/>
            <a:ext cx="4960737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最簡單的「鄰居平均」算法 · nuScenes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bù màu từ ô bên cạnh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影片：用旁邊的格子補齊（Computerphile）　3:02–5:46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youtu.be/LWxu4rkZBLw?t=182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24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«Học» là: đoán, so đáp án, sửa một chút — lặp lại rất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「學」就是：猜、對答案、改一點點——重複很多次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Đưa một ảnh vào, mô hình đoán: ở đây có người, khung này.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丟一張照片進去，模型猜：這裡有一個人，框在這裡。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các con số bên trong (ngưỡng: 1 số; YOLOX: ~9 triệu số).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調整裡面的數字（剛剛的門檻：1 個；YOLOX：約 900 萬個）。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ảnh,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幾萬張照片，一輪又一輪。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24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sửa một chút · 為什麼只改一點點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quá lớn thì nhảy loạn, quá nhỏ thì đi chậm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電腦只知道往哪邊改：步伐太大就亂跳，太小就走得慢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471793" y="1371600"/>
            <a:ext cx="6200415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l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081" y="1389888"/>
            <a:ext cx="6163839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動畫：第 9 張同一批 627 個例子（大人＋汽車）· 白線＝門檻放在哪裡時錯多少 · 球從 2.6 出發，三種步伐（學習率）各走 30 步 · 放映時會動，PDF 只顯示走完的結果 · src/tools_make_lr_gif.py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gradient descent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影片：梯度下降，球滾下山（3Blue1Brown）　5:12–6:54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youtu.be/IHZwWFHWa-w?t=312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đầu: không phải mảnh xe, mà là «nét chữ»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第一層 32 個濾鏡：不是車的零件，是最小的「筆畫」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56846" y="1371600"/>
            <a:ext cx="583030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5134" y="1389888"/>
            <a:ext cx="579373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顯示；黃框＝下一張示範的三個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lọc dùng thế nào · 濾鏡怎麼用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Trượt kính lọc khắp ảnh: chỗ nào giống thì sáng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拿濾鏡在照片上一格一格比：像就亮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8167" y="1371600"/>
            <a:ext cx="768766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_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455" y="1389888"/>
            <a:ext cx="7651090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第一個卷積層真的輸出（只取正的部分）疊在變暗的照片上 · 這三個是 32 個裡面，反應和「紅的程度／往右變亮／往下變亮」最一致的 · nuScenes scene-0553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926460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44748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 32 個通道挑變化最大的一個；後兩個從 64、128 個通道挑「在人身上比背景亮最多」的一個 · nuScenes scene-0553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neural network, layer by layer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影片：神經網路一層一層（3Blue1Brown）　5:32–8:39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youtu.be/aircAruvnKk?t=332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2910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YOLO, object detection in real time (TED, Joseph Redmon)　0:12–4:30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影片：YOLO 即時物件偵測（TED，YOLO 作者）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youtu.be/Cgxsv1riJhI?t=12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3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24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39496" y="365312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9496" y="368055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3625690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phân vùng từng điểm ảnh (NVIDIA DRIVE Labs)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影片：一個像素一個像素地分割（NVIDIA DRIVE Labs）　1:27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youtu.be/HS1wV9NMLr8</a:t>
            </a:r>
            <a:endParaRPr lang="en-US" sz="900" dirty="0"/>
          </a:p>
        </p:txBody>
      </p:sp>
      <p:pic>
        <p:nvPicPr>
          <p:cNvPr id="9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76451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7891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1043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91" y="1929653"/>
            <a:ext cx="3375509" cy="123417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7891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375509" cy="12341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832104" y="3547872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hạ ngưỡng để thấy thêm người (TED, Joseph Redmon)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影片：調低門檻，找到更多人（TED）　5:10–5:48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youtu.be/Cgxsv1riJhI?t=310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22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24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8635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phát hiện người đi bộ ban đêm (NVIDIA DRIVE Labs)　1:51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影片：夜間行人偵測與主動學習（NVIDIA DRIVE Labs）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youtu.be/4aq13pB9s7c</a:t>
            </a:r>
            <a:endParaRPr lang="en-US" sz="85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24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77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Occupancy Grid — 5 Minutes with Cyrill　0:04–2:21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影片：佔據網格五分鐘（波昂大學 Cyrill Stachniss）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youtu.be/8ckhPViqneg?t=4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5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24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2026-10-27T02:02:32Z</dcterms:created>
  <dcterms:modified xsi:type="dcterms:W3CDTF">2026-10-27T02:02:32Z</dcterms:modified>
</cp:coreProperties>
</file>