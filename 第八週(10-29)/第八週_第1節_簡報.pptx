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就是人」。電腦只是照做，完全不用資料。好處是好懂、出錯好查；壞處就是上一張講的，情況一多，規則寫不完。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寫規則，人決定看什麼也決定怎麼判斷；機器學習，人決定看什麼，電腦學怎麼判斷；深度學習，兩個都是電腦學。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代價也跟著變：愈往右，要的資料愈多、電腦要愈強；愈往右也愈難知道它為什麼這樣判斷。今天自駕車看照片、看點雲，主流都是深度學習。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用真的資料做一次傳統機器學習，讓大家看到「人選特徵、電腦學門檻」是什麼意思，以及它卡在哪裡。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讓大家親眼看到深度學習「自己學出來的特徵」長什麼樣子：第一層學到的，就是顏色、邊和小點。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YOLOX 第一層的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，每一個都是一組數字，從模型檔案裡直接拿出來，畫成小方塊。每個濾鏡會在照片上一格一格滑過去，每次看一小塊 6×6 個像素，問一個問題：「這一小塊，像不像我？」像，就亮；不像，就暗。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看它們長什麼樣子：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：一塊紅、一塊綠、一塊紫。它在問：「這裡是不是這個顏色？」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上半亮、下半暗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，或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左亮右暗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，橫的邊、直的邊。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：它在找很小的亮點或暗點。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個濾鏡沒有一個是人畫的。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這跟傳統機器學習剛好相反：傳統的做法，是人先想好「看邊的方向」，再把它寫成程式；深度學習是給它像素，它自己長出這些。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上一張是第一層的「濾鏡」本身，這一張是把斑馬線那張照片送進去，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每一層真的算出來的結果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：整張照片變成線條。斑馬線、人行道的邊、建築物的輪廓，都亮起來。這就是上一張那些「找邊」的濾鏡算出來的。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061" y="1371600"/>
            <a:ext cx="77918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49" y="1389888"/>
            <a:ext cx="77553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06528" y="1371600"/>
            <a:ext cx="573094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816" y="1389888"/>
            <a:ext cx="569436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 YOLOX: không ai vẽ, tự học ra màu, cạnh, chấm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YOLOX 第一層 32 個濾鏡：沒人畫，自己學出顏色、邊、小點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25373" y="1371600"/>
            <a:ext cx="5893254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3661" y="1389888"/>
            <a:ext cx="5856678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2118484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36772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2026-10-22T07:35:25Z</dcterms:created>
  <dcterms:modified xsi:type="dcterms:W3CDTF">2026-10-22T07:35:25Z</dcterms:modified>
</cp:coreProperties>
</file>