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這種做法叫「機器學習」，用的模型一層疊一層很深，所以叫「深度學習」。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模型裡面有幾百萬個數字，可以想成幾百萬個小旋鈕。電腦會算出：每個旋鈕往哪邊轉一點點，下次就會差少一點。注意是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讓大家有一個畫面：模型是一層一層看的，從簡單的邊，慢慢組成複雜的東西。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模型裡面是一層一層的。每一層把上一層的結果再整理一次。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前幾層，找很簡單的東西：邊和顏色。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是同一張照片只留下「邊」：顏色突然變化的地方畫成黑線。斑馬線、人的輪廓、路燈桿，全部變成線條。要說清楚，左圖是我用一個很簡單的邊緣運算畫的，用來示意第一層大概在做什麼，不是模型裡面真的拿出來的圖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，把邊組起來：幾條弧線組成一個圓，可能是輪子；兩條直直的長邊，可能是腿；一塊方方的亮區，可能是車窗。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，把這些零件組起來，給出答案：右邊這張，就是模型最後的輸出。五個人、兩台車、一台卡車，每一個都有一個框。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最重要的一點：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沒有人告訴它「哪些邊組起來是腿」。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這些全部是它在第二步「對答案、改一點點」的過程中，自己調出來的。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右邊這張是真的跑出來的。我用一個公開的物件偵測模型，叫 YOLOX，在上週那份資料的四百零四張前方照片上全部跑過一次。接下來幾張的數字，都是從這四百零四張算的。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把右邊那張放大來看。這種工作叫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061" y="1371600"/>
            <a:ext cx="77918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49" y="1389888"/>
            <a:ext cx="77553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sâu: đoán, so đáp án, sửa một chút — lặp lại hàng triệu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深度學習：猜、對答案、改一點點——重複幾百萬次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hàng triệu con số bên trong để lần sau lệch ít hơn.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調整裡面幾百萬個數字，讓下次差少一點。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đầu tìm cạnh; lớp giữa ghép thành bánh xe, chân; lớp cuối nói «đây là người»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前幾層找邊，中間組成輪子、腿，最後一層說「這是人」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Giống lớp đầu: chỉ còn các cạnh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像第一層做的事：只剩邊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ed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74621"/>
            <a:ext cx="3749040" cy="13063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同一張照片用簡單的邊緣運算（Canny）畫出，示意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cuối: khung, loại,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最後一層：框、類別、分數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3749040" cy="130630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YOLOX-s（Apache-2.0）真的跑出來的結果 · nuScenes scene-0553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38127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021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ai viết «cạnh nào là chân»: mô hình tự học từ ví dụ.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沒有人寫「哪些邊是腿」：模型自己從例子學出來的。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2026-10-22T05:48:17Z</dcterms:created>
  <dcterms:modified xsi:type="dcterms:W3CDTF">2026-10-22T05:48:17Z</dcterms:modified>
</cp:coreProperties>
</file>