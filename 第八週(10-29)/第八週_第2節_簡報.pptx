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讓大家知道，模型學得好不好，取決於標準答案標得好不好；自己動手標一次，就會知道標註要花多少工夫，以及標註規則有多重要。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讓大家知道，標註資料就是模型的課本：不管是類別標錯、該標的沒有標到，還是每個人的標法不一樣，模型都會跟著學到錯的東西。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讓大家感受一份正式的標註資料有多大，也看到這份資料有偏向：裡面機車的框很少。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第一條：只要有一個光達或雷達的點打在物體上，就要標。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這個標準很低，只要有一個點就算數。理由是：只要感測器看得到，車子就可能要對它反應，模型就該學。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讓大家知道三件事。第一，有人騎的機車和腳踏車，騎士要和車包在同一個框裡，騎士不另外框成行人。第二，nuScenes 還會在這台車上記一個屬性「有人騎」或「沒人騎」。第三，這條規則在河內、台北很重要，而且整份資料要用同一套規則。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，類別是機車，屬性寫「有人騎」。模型學到的是「一台機車」。nuScenes 真的有這個屬性：每一台機車、腳踏車都記了「有人騎」或「沒人騎」。我們用的 mini 版裡，機車有人騎的有 176 個框、沒人騎的有 295 個；腳踏車有人騎的有 104 個、沒人騎的有 139 個。要注意，這個屬性只記「有沒有人騎」，不記騎了幾個人；所以照 nuScenes 的標法，載一個人和載三個人的機車，在資料裡看起來是一樣的。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：把騎士包進同一個框，類別選「機車・腳踏車」。今天的練習台不用標屬性；對答案的時候，答案表上會顯示官方標的「有人騎」或「沒人騎」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也讓大家知道為什麼要算它：要判斷一個框算不算「框到」，需要一個不受物體大小影響的數字；而且對答案、去掉重複的框、訓練模型、檢查標註，都會用到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為什麼不直接量「框偏了幾個像素」就好？因為同樣偏 10 個像素，對大東西和小東西的意思差很多。一台近處的車，框是 200 乘 200 個像素，往右偏 10 個像素，IoU 還有 0.90，幾乎一樣；一個遠處的行人，框只有 20 乘 40 個像素，同樣往右偏 10 個像素，IoU 只剩 0.33，已經偏掉一半。IoU 是用比例來算的，所以不管物體大或小，都可以用同一個標準來判斷。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用在哪裡？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最主要有四個地方。第一，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對答案、算成績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。今天的練習台是這樣，第一節第 18、19 張的「抓到幾成」也是這樣算的：模型的框和官方答案的框，IoU 在 0.3 以上、類別也對，才算抓到。IoU 門檻定在哪裡，會影響成績：同一個模型、同樣的分數門檻 0.3，行人用 IoU 0.3 判斷，抓到 53%；改成 IoU 0.5，就只剩 41%。所以看別人公布的成績，一定要問 IoU 門檻是多少。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去掉重複的框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。模型常常對同一個人，猜出好幾個差不多的框。做法是留下分數最高的那一個，其他跟它 IoU 太大的框，就當成重複的刪掉。我們跑的 YOLOX，這個門檻設在 0.45。第三，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訓練的時候對答案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。第一節講「猜、對答案、改一點點」，對答案之前要先知道，模型猜的這個框是在猜哪一個人；常用的做法，就是看它跟哪一個標準答案的框 IoU 比較大。YOLOX 也用 IoU 來量框偏了多少，當成損失函數的一部分。第四，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檢查標註的品質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。兩個標註員標同一個物體，算一下兩個框的 IoU，就知道兩個人標得一不一致，這就是第 2 張講的抽查。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，就畫出一個框。畫好的框不夠貼？點一下那個框選起來，框的四個角和四邊會出現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白色小方塊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：拖小方塊可以調大小，拖框的中間可以整個移動；用電腦的話，方向鍵可以一格一格微調。行人常常疊在一起：在同一個地方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再點一下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，就會換選下面那個框。剛畫好的框不會自動選起來，所以可以接著在旁邊畫下一個。畫錯了，選起來按「刪掉」，或直接按另一個類別改掉。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讓大家在兩張白天的照片上實際標框，感受「框要貼緊物體、每一個物體要分開各框一個」要花多少工夫。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答案參考：上一節那個模型，任務一的七個全部框到；任務二的九個，框到其中八個。大家可以比比看，自己有沒有贏過模型。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讓大家在有東西被擋住、天黑的照片上標，自己體會到，被擋住和天黑正是模型最容易漏掉的情況，而人在這些情況下也一樣會漏掉。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大部分同學應該可以框到比它多。這就是上一節那張圖說的：到了晚上，模型漏掉的比較多。可是也請注意，人也會漏，尤其是很暗、很小的那幾個。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該標的沒標到、類別標錯、每個人的標法不一樣，模型都會跟著學錯。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規則要先寫清楚，所有標註的人都照同一份規則標。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，用來量兩個框有多像。今天的四張照片，天黑、被擋住的那幾個，不管是大家還是 AI，都比較容易漏掉。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2026-10-27T06:11:50Z</dcterms:created>
  <dcterms:modified xsi:type="dcterms:W3CDTF">2026-10-27T06:11:50Z</dcterms:modified>
</cp:coreProperties>
</file>