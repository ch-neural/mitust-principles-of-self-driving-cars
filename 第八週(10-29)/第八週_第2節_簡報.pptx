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讓大家知道，模型學得好不好，取決於標準答案標得好不好；自己動手標一次，就會知道標註要花多少工夫，以及標註規則有多重要。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讓大家知道，標註資料就是模型的課本：不管是類別標錯、該標的沒有標到，還是每個人的標法不一樣，模型都會跟著學到錯的東西。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讓大家感受一份正式的標註資料有多大，也看到這份資料有偏向：裡面機車的框很少。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第一條：只要有一個光達或雷達的點打在物體上，就要標。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這個標準很低，只要有一個點就算數。理由是：只要感測器看得到，車子就可能要對它反應，模型就該學。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這個物體被擋住多少，看得到零到四成、四到六成、六到八成、八成以上。上一節的統計，我只算看得到六成以上的，就是用這個欄位。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影片（CVAT 官方教學，英文，可開自動翻譯字幕）：從 0:16 播到 2:47。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CVAT 是一套免費、開放原始碼的標註軟體，很多公司真的用它標資料。畫面是一條下雨的街道，有行人和車。他示範兩種畫框的方法：點兩個角（0:43），或點上下左右四個點，形狀奇怪的東西比較準（1:20）；畫好可以拖曳、拉邊調大小（1:48）；2:35 有一個「occluded（被擋住）」的勾選，就是我們表上的可見度。等一下各位用的練習台是簡化版，原理一樣。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讓大家知道三件事。第一，有人騎的機車和腳踏車，騎士要和車包在同一個框裡，騎士不另外框成行人。第二，nuScenes 還會在這台車上記一個屬性「有人騎」或「沒人騎」。第三，這條規則在河內、台北很重要，而且整份資料要用同一套規則。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，類別是機車，屬性寫「有人騎」。模型學到的是「一台機車」。nuScenes 真的有這個屬性：每一台機車、腳踏車都記了「有人騎」或「沒人騎」。我們用的 mini 版裡，機車有人騎的有 176 個框、沒人騎的有 295 個；腳踏車有人騎的有 104 個、沒人騎的有 139 個。要注意，這個屬性只記「有沒有人騎」，不記騎了幾個人；所以照 nuScenes 的標法，載一個人和載三個人的機車，在資料裡看起來是一樣的。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：把騎士包進同一個框，類別選「機車・腳踏車」。今天的練習台不用標屬性；對答案的時候，答案表上會顯示官方標的「有人騎」或「沒人騎」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，就畫出一個框。畫好的框不夠貼？點一下那個框選起來，框的四個角和四邊會出現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白色小方塊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：拖小方塊可以調大小，拖框的中間可以整個移動；用電腦的話，方向鍵可以一格一格微調。行人常常疊在一起：在同一個地方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再點一下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，就會換選下面那個框。剛畫好的框不會自動選起來，所以可以接著在旁邊畫下一個。畫錯了，選起來按「刪掉」，或直接按另一個類別改掉。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讓大家在兩張白天的照片上實際標框，感受「框要貼緊物體、每一個物體要分開各框一個」要花多少工夫。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答案參考：上一節那個模型，任務一的七個全部框到；任務二的九個，框到其中八個。大家可以比比看，自己有沒有贏過模型。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讓大家在有東西被擋住、天黑的照片上標，自己體會到，被擋住和天黑正是模型最容易漏掉的情況，而人在這些情況下也一樣會漏掉。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大部分同學應該可以框到比它多。這就是上一節那張圖說的：到了晚上，模型漏掉的比較多。可是也請注意，人也會漏，尤其是很暗、很小的那幾個。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該標的沒標到、類別標錯、每個人的標法不一樣，模型都會跟著學錯。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規則要先寫清楚，所有標註的人都照同一份規則標。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，用來量兩個框有多像。今天的四張照片，天黑、被擋住的那幾個，不管是大家還是 AI，都比較容易漏掉。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TDae8RkGbKk?t=16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39496" y="4362293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9496" y="4389725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832104" y="4334861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vẽ khung bằng CVAT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 CVAT 畫框（標註工具教學）　0:16–2:47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youtu.be/TDae8RkGbKk?t=16</a:t>
            </a:r>
            <a:endParaRPr lang="en-US" sz="900" dirty="0"/>
          </a:p>
        </p:txBody>
      </p:sp>
      <p:pic>
        <p:nvPicPr>
          <p:cNvPr id="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2026-10-27T06:08:46Z</dcterms:created>
  <dcterms:modified xsi:type="dcterms:W3CDTF">2026-10-27T06:08:46Z</dcterms:modified>
</cp:coreProperties>
</file>