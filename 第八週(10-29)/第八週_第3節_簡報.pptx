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：第一週到今天第二節。今天第一節是電腦怎麼看見車和人，第二節是標註練習，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也會考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第二週：「至少」是下限；光達用來回時間算距離；雷達只量朝自己的那一段速度。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這一週講兩件事：怎麼讀 ODD 條件，和三種感測器怎麼量東西。先講 ODD。「照度至少 20 lx」是下限，低於 20 就出了 ODD；現場 5 lx，不能說「5 比 20 小，沒超過，所以符合」，方向看反了，開慢一點也不會變回符合。單位也要看清楚：mm/h 是雨下多大，不是積水多深；lx 是亮不亮。再講感測器原理。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給的是顏色、文字、外觀，畫面上的框是程式加上去的，不是相機量的。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像對著山谷喊一聲、等回音：雷射打出去，等它彈回來，距離＝光速×來回時間÷2，要除以 2 是因為光走了一去一回；來回 100 奈秒就是 15 公尺。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有兩個本事：比較發出去和收回來的頻率差，算出距離；再用都卜勒效應量速度，就像救護車開過來時鳴笛聲變尖、開走時變低。可是它只量得到東西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的那一段速度：一台車從正前方橫著開過去，雷達量到的接近 0。上週觀察台那台黑色轎車，其實時速約 22，朝我們的那一段只有約 5，雷達量到 ≈0，就是這個原因。還有一個數字：77 GHz 雷達的波長約 3.9 毫米，是光達的四千多倍，所以霧對雷達的影響比較小。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第三週：量得到距離，不等於知道是什麼；距離兩倍，相機誤差四倍。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煞停 20 公尺，至少要看到 25 公尺；模擬是一道篩子。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看到的距離比煞停距離短，就是一定撞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第五週：測距要問對多少反射率；差 1 度，50 公尺外差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第七週：每一種都會壞；合起來的時候，比較準的多相信一點。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：雨害相機，遠處的行人害雷達，隧道害衛星定位。壞法有三種，最危險的是「看不到卻說沒事」，就像油表壞了卻一直顯示滿格。既然每一種都會壞，就要合起來，叫融合。合的時候不是平均，而是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第八週：模型從例子學；給框、類別、分數；一遠、一暗就漏。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（多有把握）。分數拿來設門檻：門檻低就多報，門檻高就漏掉。而且它一遠、一暗就漏：行人在十公尺內抓到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。右邊是每一格的例子：路線、速度、交通、無雨乾燥，取自第二週講義的「校園接駁車」範例；照度那一格取自第二週學習單 D 組（駁二）；人的角色取自第一週河內的例子。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讓大家記得每一種感測器「直接量到的是什麼」，其他都是算出來的；並且知道算出來的東西多了假設和步驟，比較容易錯。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第一句「其他都是算出來的」是什麼意思？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「直接量到」，是感測器的硬體本身感受到的那個量，量一次就拿到。「算出來」，是拿量到的東西再去計算，而且通常要加上一些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假設不成立，算出來的就錯。舉個例子：機車的時速表，其實沒有量「速度」，它量的是輪子轉多快，再乘上輪胎一圈多長，算出時速。換一個比較小的輪胎，時速表就會不準，因為「輪胎一圈多長」這個假設變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看表，一列一列講量到什麼、什麼是算的。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：每個像素量到的是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，貼了濾色片就是紅、綠、藍各多亮；像素在畫面的哪一格，代表光從哪個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進來。距離是用「腳踩地的那一點在第幾列」算的，假設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、知道相機裝多高，遇到上坡下坡就算錯。「那是一個人」也是程式從亮度算出來的，就是第八週的偵測模型。相機也是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唯一讀得出顏色和文字的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：量的是雷射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來回的時間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。距離＝光速×來回時間÷2，除以 2 是因為光走了一去一回；光速是固定的，所以距離幾乎等於直接量到，來回 100 奈秒就是 15 公尺。可是那一團點是什麼，它開多快，都要再算。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是例外，一次量兩樣：比較發出去和收回來的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得到距離，用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得到朝自己的速度，就像救護車開過來鳴笛變尖、開走變低。只有朝自己的那一段量得到，橫著開的車會量到接近 0，橫向的速度還是要算。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：量聲音來回的時間，聲速每秒約 340 公尺，算出距離。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：量的是每顆衛星的訊號走了多久，乘上光速得到距離，再用四顆衛星算出自己的位置。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：量溫度差，那是人還是動物要再判斷。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是第六週加的：裡面有加速度計和陀螺儀，量的是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加速多少、轉得多快；位置要把這些一路加起來才算得到，小小的誤差一直累加，就是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，橫向誤差跟時間的平方成正比，所以 IMU 只能補衛星定位短短的空檔。表上有兩種量的是「自己」，不是外面的東西：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為什麼要分得這麼清楚？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因為算出來的，比量出來的多了三個弱點：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假設可能不成立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，像相機遇到上坡；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會慢一拍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，速度要連續看兩次、位置相減、再除以時間，只有雷達一次就量到；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誤差會累積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 IMU 的漂移。所以看到一個數字，先問：它是量的還是算的？是算的，再問：靠什麼假設？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第四週第三節的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雨天陷阱題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也要會算：模擬器打開雨天，射線的有效長度變成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0.55 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。舉一個例子：射線 35 公尺、時速 50。晴天 35 公尺，比 25 公尺還長，夠；下雨變成 35 乘 0.55，19.25 公尺，比煞停距離 20 公尺還短，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就不夠了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。射線變短了，煞停距離不會跟著變短。解法有兩個：降低車速，或把射線長度補回來。順便提醒：真的路面濕了，煞車那一段也會變長，濕柏油時速 50 要 36.4 公尺，這是另一件事。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第四週還有四件事，一件一件講。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一、模擬和現實有三種落差。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模擬裡不撞，不代表真車不撞，差在三個地方。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：模擬裡的紅色車是乾淨、均勻的紅；真相機拍到的紅色車有灰塵、有反光、有招牌的倒影。用乾淨的紅教電腦認車，上路遇到髒的紅就認不出來。解法叫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域隨機化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：在模擬裡故意把顏色、光線、地面一直亂改，電腦不能再靠顏色，只好學形狀，而形狀在真實世界不會變。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：模擬裡的車都照規則走，待在車道中間、變道先打方向燈；真實的機車會鑽縫、紅燈前擠到最前面、路口靠眼神決定誰先走。解法是把真實道路錄到的軌跡放回模擬裡，可是河內的軌跡沒有人有，要自己去收。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：輪胎、煞車在模擬裡都是估的。我們的模擬器減速度固定是 6，濕柏油大約只剩 3，時速 50 的煞停距離就從 20.3 公尺變成 36.4 公尺；反應那一段 4.2 公尺不變，變長的是煞車那一段。所以模擬是一道篩子：過不了的先淘汰，過了只是拿到上真車測試的門票。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二、里程不是好的測試單位，場景才是。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一台車在高速公路上直直跑一萬公里沒出事，只證明它很會走直線。決定安全的是很少發生的那幾秒：小孩從車陣衝出來、前車急煞、機車從死角鑽上來。一直跑，不保證遇得到。RAND 在 2016 年估計，要用里程證明自駕車比人安全兩成，要跑 110 億英里，一百台車全年無休要跑五百年。所以要問的不是「跑了幾公里」，而是「遇過哪些狀況」，這些狀況就叫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。場景一定有一個動作，像「急煞」「切入」；靜止的一張畫面叫「場面」，不是場景。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三、場景分三層，從模糊到精確，每加一層就多一點數字。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就像訂便當：「我要一個便當」是第一層；「八十到一百元、要有肉」是第二層；「排骨便當、九十元」是第三層。用第四週講義的例子：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一個數字都沒有，只寫「前車急煞」。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每個參數給一個範圍：前車在 20 到 60 公尺，減速度每秒平方 3 到 8 公尺，自車時速 40 到 70。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每個參數只有一個值：前車剛好 35 公尺、減速度剛好 6、自車剛好時速 50，這樣才跑得起來，跑一次得到一個結果，撞了或沒撞。最重要的是邏輯場景，因為電腦可以把它展開：距離每 1 公尺一個是 41 個，減速度每 0.5 一個是 11 個，時速每 5 公里一個是 7 個，41 乘 11 乘 7，等於 3157 個具體場景。全部跑一遍，就量得出「多近、多急」會開始撞，這才是模擬的用法，不是拚里程。而這只是一個功能場景展開出來的。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四、射線不是愈長、張角不是愈大就愈好。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長度過了門檻就沒用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40 的煞停距離是 13.6 公尺，射線 25 公尺就夠了；第四週用十六個種子實測，射線 45 公尺和 120 公尺，撐的秒數一秒不差，多出來的長度根本用不到。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張角開太大反而攤稀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：射線的條數不變，張角開得愈大，相鄰兩條射線之間的縫就愈寬。河內那一組預設九條射線、張角 120 度，每兩條差 15 度，25 公尺外的縫大約 6.5 公尺寬，一台機車才 0.8 公尺寬，整台掉進縫裡，電腦看不到它。就像張開手指去摸桌子，手指張得愈開，摸到的範圍愈大，但指縫之間漏掉的地方也愈大。實測張角開到 180 度，撐的時間從 17.5 秒掉到 15.9 秒，反而更糟。所以規格要的是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剛好跨過門檻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：先算煞停距離，射線長度夠就好，張角收在需要的範圍。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讓大家記得第五、六週規格表上最常考的七個數字，以及每個數字背後的前提。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第五、六週讀了好多規格表，最常考的是這七個數字。每一個都要記得它的意思，更要記得它的前提。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3.6 mm 視野 81 度，8 mm 是 42 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焦距愈長，視野愈窄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，就像手機相機拉近（變焦），看得遠，可是看到的範圍變小。視野不寫在影像感測器的規格表上，是鏡頭決定的。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：角度固定，離得愈遠，攤開的寬度愈大。40 公尺外是 1.1 公尺，兩個東西靠得比一束還近，雷達就可能把它們當成一個目標；150 公尺外是 4.2 公尺，比車道 3.5 公尺還寬：看得到目標，但分不出在哪一道。所以跟車的雷達要配相機。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USS6 只量得到 5.5 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20 的煞停距離約 4.2 公尺，再加 5 公尺的安全距離，要 9.2 公尺，超音波不夠，所以它只在停車場過關，是停車、倒車用的。注意：第三週那張表寫超音波 4.5 公尺，那是課堂設定的值；5.5 公尺是第六週那一顆產品的規格，兩個數字來源不同。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Circular Error Probable 的縮寫，中文叫「圓概率誤差」。以真正的位置為圓心畫一個圓，定位點有一半落在圈內，這個圓的半徑就是 CEP。所以 2.5 m CEP 是一半的時間在 2.5 公尺內，另一半更差，不是「最多 2.5 公尺」。就像射飛鏢，說「一半的鏢在半徑 2.5 公分的圈內」，另一半就在圈外。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讓大家用六列，把今天第一節和第二節要考的東西記起來。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照片是數字。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每一個像素有三個數字，紅、綠、藍，每個從 0 到 255。三種光可以混出別的顏色：紅加綠是黃，三個都是 255 是白，三個都是 0 是黑。就像舞台上的三盞彩色燈，打在同一個地方會混出別的顏色。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「學」是什麼。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電腦看很多有標準答案的例子，猜一次、對答案、改一點點，重複很多次。為什麼只改一點點？就像大霧裡下山，只摸得到腳下往哪邊斜，一次跳太遠，會跳過山谷，落到對面的山坡上；第一節那個動畫，步伐 2.5 的那一格就是一直跳來跳去。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機器學習和深度學習。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差別在「看什麼」是誰決定的。機器學習是人決定看什麼，例如第一節我選了「框的高除以寬」，電腦只學門檻 1.03；深度學習連看什麼都自己學，YOLOX 裡面大約九百萬個數字全部自己學。兩種都要有答案的資料，深度學習要的更多，YOLOX 用了 COCO 大約十二萬張標好的照片。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偵測給什麼。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每個東西給三樣：框、類別、分數。分數用來設門檻：門檻低，抓得多，可是亂報的也多；門檻高，亂報的少，可是漏掉的也多。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白天的行人，十公尺內抓到 82%，四十到五十公尺剩 3%。十到二十公尺的行人，白天 66%，晚上 49%。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標註和 IoU。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第二節大家自己標過：nuScenes 的規則是框要貼、手腳包進去、騎士跟車同一個框，旁邊站的人另外框。IoU 是兩個框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重疊的面積除以合起來的面積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，量兩個框有多像：1 是完全一樣，0 是完全沒碰到。算一次：兩個框各 50，重疊 20，合起來是 50 加 50 減 20，等於 80，IoU 是 20 除以 80，等於 0.25。合起來那一步要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減掉重疊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，不然重疊的部分算了兩次，這是最常錯的地方。今天練習台用 IoU 至少 0.3、而且類別對，算框到。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綠色的車，十公尺以外都在八成以上，幾乎不掉；紅色的行人，從 82% 掉到 3%；橘色的機車、腳踏車掉得更快，二十到三十公尺就只剩 21%，四十到五十公尺是 0%。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比較的時候也要看例外：車在零到十公尺只有 64%，比遠處還低，不是因為看不到，而是很近的車常常被畫面邊緣切掉一半。看到怪怪的數字，先回頭找原因。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（停在這一張，讓大家做大約九分鐘，最後三分鐘講題。）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2 hôm nay (gán nhãn, IoU).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2 節（標註、IoU）。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lidar: c × thời gian đi–về ÷ 2; radar chỉ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「至少」是下限；光達：光速×來回時間÷2；雷達只量朝自己的速度。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đi bộ, xe đạp và xe máy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包含行人、自行車與機車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2, 3,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第二、三、六週：每種感測器直接量到什麼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Mưa: tia chỉ còn 0,55 lần chiều dài.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6）。雨天射線只剩 0.55 倍長。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34210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393" y="270713"/>
            <a:ext cx="7529214" cy="778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bảy con số hay thi khi đọc bảng thông số</a:t>
            </a:r>
            <a:endParaRPr lang="en-US" sz="2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第五、六週：讀規格表最常考的七個數字</a:t>
            </a:r>
            <a:endParaRPr lang="en-US" sz="204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393" y="1049014"/>
          <a:ext cx="7529214" cy="845979"/>
        </p:xfrm>
        <a:graphic>
          <a:graphicData uri="http://schemas.openxmlformats.org/drawingml/2006/table">
            <a:tbl>
              <a:tblPr/>
              <a:tblGrid>
                <a:gridCol w="2791731"/>
                <a:gridCol w="4737483"/>
              </a:tblGrid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3,6 mm 81°, 8 mm 42°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3.6 mm 81°、8 mm 42°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cự càng dài, góc nhìn càng hẹp; do ống kính quyết định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焦距愈長，視野愈窄；由鏡頭決定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1,1 m ở 40 m; 4,2 m ở 150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40 m 外 1.1 m；150 m 外 4.2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5,5 m; 20 km/h cần 9,2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 5.5 m；時速 20 要 9.2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đủ khi chạy; chỉ dùng khi đỗ xe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開車時不夠用；只在停車場夠用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7393" y="4206160"/>
            <a:ext cx="7529214" cy="42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1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1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43622" y="118437"/>
            <a:ext cx="761381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830" dirty="0"/>
          </a:p>
        </p:txBody>
      </p:sp>
      <p:sp>
        <p:nvSpPr>
          <p:cNvPr id="8" name="Text 3"/>
          <p:cNvSpPr txBox="1"/>
          <p:nvPr/>
        </p:nvSpPr>
        <p:spPr>
          <a:xfrm>
            <a:off x="1230382" y="118437"/>
            <a:ext cx="1861154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57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8365" y="274958"/>
            <a:ext cx="7647270" cy="79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8: máy tính nhìn thấy, và gán nhãn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第八週：電腦怎麼看見，和資料標註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65" y="1065462"/>
          <a:ext cx="7647270" cy="859244"/>
        </p:xfrm>
        <a:graphic>
          <a:graphicData uri="http://schemas.openxmlformats.org/drawingml/2006/table">
            <a:tbl>
              <a:tblPr/>
              <a:tblGrid>
                <a:gridCol w="1976261"/>
                <a:gridCol w="5671009"/>
              </a:tblGrid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là con số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照片是數字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3 số R, G, B, mỗi số 0–255; đỏ + xanh lá = vàng; cả ba 255 là trắng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每個像素三個數字 R、G、B，各 0–255；紅＋綠＝黃，三個都 255 是白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«Học» là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「學」是什麼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Đoán, so đáp án, sửa một chút — lặp lại rất nhiều lần; bước quá lớn thì nhảy loạn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猜、對答案、改一點點，重複很多次；步伐太大會跳過頭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/ học sâu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機器學習／深度學習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máy: người chọn «nhìn cái gì». Học sâu: máy tự học cả cái đó. Cả hai đều cần dữ liệu có đáp 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機器學習：人決定看什麼；深度學習：連看什麼都自己學。兩種都要有答案的資料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cho ra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偵測給什麼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điểm. Ngưỡng thấp: báo nhiều; ngưỡng cao: sót nhiều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框＋類別＋分數。門檻低就多報，門檻高就漏掉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Xa, tối thì sót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一遠、一暗就漏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0–10 m 82%, 40–50 m 3%; người 10–20 m: ngày 66%, đêm 49%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 0–10 m 82%、40–50 m 3%；10–20 m 的行人：白天 66%、晚上 49%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Gán nhãn, IoU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標註、IoU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sát, gồm tay chân, người lái chung khung với xe. IoU = chồng lên ÷ gộp lại: 1 là trùng khít, 0 là không chạm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框要貼、手腳包進去、騎士跟車同一個框。IoU＝重疊÷合起來：1 是完全一樣，0 是沒碰到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8365" y="4199528"/>
            <a:ext cx="7647270" cy="42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hình: thiếu, sai thì mô hình học sai.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標註資料是模型的課本：漏標、標錯，模型就學錯。</a:t>
            </a:r>
            <a:endParaRPr lang="en-US" sz="113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8890" y="120294"/>
            <a:ext cx="773319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7987" y="120294"/>
            <a:ext cx="1890336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nhất; người và xe 2 bánh ở xa gần như mất hết.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0.3。車掉最少；行人、機車一遠就幾乎掉光。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2026-10-24T05:43:53Z</dcterms:created>
  <dcterms:modified xsi:type="dcterms:W3CDTF">2026-10-24T05:43:53Z</dcterms:modified>
</cp:coreProperties>
</file>