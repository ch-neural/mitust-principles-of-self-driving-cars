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第三週：量得到距離，不等於知道是什麼；距離兩倍，相機誤差四倍。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煞停 20 公尺，至少要看到 25 公尺；模擬是一道篩子。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看到的距離比煞停距離短，就是一定撞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第五週：測距要問對多少反射率；差 1 度，50 公尺外差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第七週：每一種都會壞；合起來的時候，比較準的多相信一點。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：雨害相機，遠處的行人害雷達，隧道害衛星定位。壞法有三種，最危險的是「看不到卻說沒事」，就像油表壞了卻一直顯示滿格。既然每一種都會壞，就要合起來，叫融合。合的時候不是平均，而是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第八週：模型從例子學；給框、類別、分數；一遠、一暗就漏。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（多有把握）。分數拿來設門檻：門檻低就多報，門檻高就漏掉。而且它一遠、一暗就漏：行人在十公尺內抓到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看表。前六列是第三週那張表。相機直接量的是角度和亮度，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 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是第六週加的：它裡面有加速度計和陀螺儀，直接量的是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加速多少、轉得多快，把這些一路加起來，推算自己走到哪裡。它最大的弱點是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：小小的誤差一直累加，橫向誤差跟時間的平方成正比，所以 IMU 只能補衛星定位短短的空檔，不能單獨用。注意表上有兩種感測器量的是「自己」，不是外面的東西：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「怎麼量的」是第二週教的，要會算：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距離＝光速×來回時間÷2，除以 2 是因為光走了一去一回，來回 100 奈秒就是 15 公尺。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比較發出去和收回來的頻率差算距離，再用都卜勒量速度，但只量得到朝自己靠近或遠離的那一段，橫著開的車會量到接近 0。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2026-10-23T12:40:11Z</dcterms:created>
  <dcterms:modified xsi:type="dcterms:W3CDTF">2026-10-23T12:40:11Z</dcterms:modified>
</cp:coreProperties>
</file>