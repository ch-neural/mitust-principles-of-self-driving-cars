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讓大家把第一週到今天的重點走一遍，知道期中考會考哪些觀念和圖表，再用一份模擬考檢查自己哪一週要補。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下週四，十一月五日，期中考，就在上課時間考。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分兩段。前半段，我們一週一週走過去，每一週只講最重要的幾句話和一張表。後半段，大家打開一份模擬考，二十八題，題目跟期中考一樣是越南文為主、中文對照。做完按交卷，網頁會告訴你哪一週錯得最多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（老師補充：考試可不可以帶計算機、要帶什麼，請在這裡宣布。）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讓大家清楚知道期中考的日期、比重、題型和範圍。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日期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：十一月五日，星期四，上課時間，第九週。順便再提醒一次，十一月十九日第十一週，校慶停課。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：總成績的百分之十五。第一週講過成績組成：實作與上機 40%，期末專題 25%，期中、期末各 15%，課堂參與 5%。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：兩種。概念題，例如「AEB 是第幾級」；還有圖表判讀，會給你一張表或一張圖，要讀出數字、說出意思。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語言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：題目以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越南文為主，旁邊附中文對照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。今天的模擬考就是這個樣子，大家可以順便練習：越南文看懂了，再對一下中文的關鍵字，例如「門檻」「煞停距離」「外參」，這些中文名詞上課一直在用。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：第一週到今天第二節。今天第一節是電腦怎麼看見車和人，第二節是標註練習，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也會考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讓大家先看到整個地圖：八週，每週一句話；每一句都說得出意思、舉得出例子、記得住那一週的關鍵數字，期中考就有一半的把握。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第一週：等級講的是分工，不是能力。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SAE 的 L0 到 L5，問的不是「這台車多聰明」，而是「開車這件事，人和系統怎麼分工」：方向和速度誰在控制、誰負責看路、出狀況誰接手。舉個例子：自動緊急煞車（AEB）的技術很厲害，快撞上的時候自己煞得住，可是它只在最後那一瞬間出手，平常完全不管開車，所以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 L1。反過來，一台車可以自己置中、跟車，聽起來很先進，但只要人必須一直看路，就是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；車主買的 Tesla FSD（Supervised）就是 L2。判斷三步驟：瞬間還是持續？管一項還是兩項？誰看路、誰接手？最常見的誤會是「等級愈高愈好」「L2+ 是正式等級」，都不對。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第二週：「至少」是下限；光達用來回時間算距離；雷達只量朝自己的那一段速度。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這一週講兩件事：怎麼讀 ODD 條件，和三種感測器怎麼量東西。先講 ODD。「照度至少 20 lx」是下限，低於 20 就出了 ODD；現場 5 lx，不能說「5 比 20 小，沒超過，所以符合」，方向看反了，開慢一點也不會變回符合。單位也要看清楚：mm/h 是雨下多大，不是積水多深；lx 是亮不亮。再講感測器原理。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給的是顏色、文字、外觀，畫面上的框是程式加上去的，不是相機量的。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像對著山谷喊一聲、等回音：雷射打出去，等它彈回來，距離＝光速×來回時間÷2，要除以 2 是因為光走了一去一回；來回 100 奈秒就是 15 公尺。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有兩個本事：比較發出去和收回來的頻率差，算出距離；再用都卜勒效應量速度，就像救護車開過來時鳴笛聲變尖、開走時變低。可是它只量得到東西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朝自己靠近或遠離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的那一段速度：一台車從正前方橫著開過去，雷達量到的接近 0。上週觀察台那台黑色轎車，其實時速約 22，朝我們的那一段只有約 5，雷達量到 ≈0，就是這個原因。還有一個數字：77 GHz 雷達的波長約 3.9 毫米，是光達的四千多倍，所以霧對雷達的影響比較小。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第三週：量得到距離，不等於知道那是什麼；距離變成兩倍，相機估距離的誤差就變成四倍。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出去的點，每一個都知道多遠，可是光達不知道那一團點是人、是垃圾桶，還是一根柱子，它給的永遠是「未分類的障礙物」。反過來，相機認得出那是人，可是距離是用照片「算」出來的，不是量的。所以第二個數字很重要：相機估距離的誤差，跟距離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平方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成正比。二十公尺誤差 ±0.15 公尺，四十公尺就變 ±0.58 公尺，大約四倍。光達也有類似的規則：距離兩倍，打在人身上的點剩四分之一，十公尺 308 點、二十公尺 77 點。就像看遠處的人：愈遠，愈難估他到底離你多遠。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第四週：時速 50 的煞停距離大約 20 公尺，感測器至少要看到 25 公尺遠；模擬是一道篩子。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煞停距離分兩段：反應那 0.3 秒走的路，加上踩煞車到停下來的路。時速 50 是每秒 13.9 公尺，反應 4.2 公尺、煞車 16.1 公尺，合起來大約 20 公尺。感測器至少要看到它的 1.25 倍，25 公尺，這個 1.25 是本課取的餘裕。感測器看得到的距離，如果比煞停距離還短，就一定會撞上。「模擬是篩子」：在模擬器裡過不了的設計，可以先淘汰；可是模擬裡不撞，不代表真車不撞，因為模擬和現實有三種落差：外觀、行為、物理。通過模擬，只是拿到上真車測試的門票。還有，證明安全的單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，不是跑了多少公里。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第五週：規格表上的測距，要追問是對多少反射率的目標量的；相機和光達的安裝角度差 1 度，50 公尺外就偏 0.87 公尺。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規格表寫「測距 170 公尺」，一定要追問：對什麼東西？OS1 對反射率 80% 的白色目標是 170 公尺，對 10% 的黑色目標只有 90 公尺。路上有黑車、穿深色衣服的人，所以設計要用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。就像手電筒照白牆和照黑布，看得到的距離差很多。第二個數字講標定：相機和光達的安裝角度差 1 度，50 公尺外就偏 0.87 公尺，快半個車道，而且是橫著偏。所以標定要很準，還要定期重標；nuScenes 收資料的時候，大約每週重標兩次。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第六週：沒有一種感測器五個情境都贏。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這是第六週作業 22 格的結論。我們把雷達、超音波、衛星定位、IMU 放進五個情境（校園、河內、國道、停車場、隧道）一格一格判斷：雷達 ARS 408 到了國道，150 公尺外一束有 4.2 公尺寬，比車道還寬，分不出前車在哪一道；超音波只有 5.5 公尺，只在停車場夠用；衛星定位只有開 RTK 的那一顆在校園夠準，進隧道就完全沒訊號；IMU 會漂移，最好的那一顆在隧道也只撐 34 秒，雪山隧道要 580 秒。每一種都有它贏的地方，也都有它輸的地方，所以一台車要裝好幾種。這句話就是第七週融合的起點。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第七週：每一種感測器都會失效；把它們合起來的時候，比較準的那一個要多相信一點。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失效對照表上，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沒有一欄全是勾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下雨會讓相機失效，遠處的行人雷達抓不穩，進了隧道衛星定位就收不到訊號。感測器失效的方式有三種，最危險的是「看不到卻說沒事」，就像油表壞了卻一直顯示滿格。既然每一種都會壞，就要合起來，叫融合。合的時候不是平均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比較準的多相信一點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說 120 公尺（誤差 1），GPS 說 118 公尺（誤差 3），誤差差 3 倍，信任差 9 倍，合起來是 119.8 公尺。就像問路，問到兩個人，一個是住在附近的、一個是剛來的觀光客，你會比較相信住在附近的那個，但也不會完全不聽觀光客的。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第八週：模型是從例子學出來的；它給出框、類別和分數；東西離得愈遠、光線愈暗，模型就愈容易漏掉。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電腦認車、認人，不是靠人寫規則，是看很多有標準答案的照片學出來的：猜、對答案、改一點點，重複很多次。所以標準答案，也就是標註，非常重要。學好的偵測模型，對每個東西給三樣：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（在照片的哪裡）、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（是什麼）、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（多有把握）。分數拿來設門檻：門檻設得低，就會多報出不存在的東西；門檻設得高，就會漏掉真的車和人。而且東西離得愈遠、光線愈暗，它就愈容易漏掉：行人在十公尺內抓到 82%，四十到五十公尺只剩 3%；晚上十到二十公尺的行人，從白天的 66% 掉到 49%。這跟前幾週的感測器一樣，沒有一種是完美的。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這八句話如果都說得出來，而且說得出例子和數字，期中考就有一半的把握了。接下來一週一週看細節。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讓大家能用三個問題，判斷一台車是第幾級。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第一、二週最重要的就是這張表。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：系統只會警告，或在快撞的時候瞬間介入。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自動緊急煞車是 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，這一題最多人錯，以為它會自己煞車就是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L1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：持續做一項，方向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速度。ACC 跟車是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速度都做，可是人要一直看路，所以車子會一直提醒你手放方向盤。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裡面全部自己開，人可以不看路，但系統要求的時候，人要接手。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裡面，連接手都自己做，不需要人。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：沒有 ODD 限制，到哪裡都能開，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目前不存在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判斷的時候，問三個問題：一、瞬間還是持續？瞬間就是 L0。二、管一項還是兩項？一項是 L1。三、誰看路、誰接手？人看路是 L2；人可以不看但要接手是 L3；連接手都不用是 L4。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另外兩個常考的：L2 和 L3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出事的時候誰負責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；L4 和 L5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 ODD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。沒有方向盤，不能證明是 L5。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（老師備註：河內園區巴士、車上有安全員那一題，第一週講義答「接近 L3」，第二週和投影片答 L4，教材有兩種說法，模擬考已避開，期中考出題也請避開或先統一說法。）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 ODD 六格，並且會讀條件裡的單位和「至少」「不超過」。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 六格，本課的定版：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道路類型、速度域、交通狀況、天候與光照、地理範圍、人的角色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。右邊是每一格的例子：路線、速度、交通、無雨乾燥，取自第二週講義的「校園接駁車」範例；照度那一格取自第二週學習單 D 組（駁二）；人的角色取自第一週河內的例子。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 ODD 條件，有三個陷阱，第二週學習單很多人掉進去：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。照度至少 20 lx，現場量到 5 lx，比下限低，就是出了 ODD。很多人寫成「5 小於 20，沒有超過，所以符合」，方向看反了。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單位要看清楚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。mm/h 是雨下得多大，不是積水多深；能見度不等於感測器的量程。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是什麼？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 lux 的縮寫，中文叫「勒克斯」，是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照度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的單位，量的是「照在這個地方的光有多少」，數字愈大愈亮。給大家幾個大約的數字：正午的太陽直射大約三萬到十萬 lx，第五週光達規格表上那個「100 klx 陽光」就是這個；陰天白天大約一千；辦公室大約三百到五百；周圍很暗的公共區域照明大約二十到五十；黃昏快結束、天快全黑的時候大約三點四；滿月的晚上只有零點幾。所以「至少 20 lx」大概是「有開燈的暗處」；現場只有 5 lx，就是天快黑、路燈又不夠亮。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開慢一點不會讓它變回符合。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條件就是條件，不符合就是不符合。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還有一點：沒有寫出來的條件，要標「尚未提供」，不能當成不受限制。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讓大家記得每一種感測器「直接量到的是什麼」，其他都是算出來的；並且知道算出來的東西多了假設和步驟，比較容易錯。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第三週的主線三句話：每種感測器只量得到一種東西，其他都是算出來的；量得到距離，不等於知道那是什麼；規格都有前提。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第一句「其他都是算出來的」是什麼意思？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「直接量到」，是感測器的硬體本身感受到的那個量，量一次就拿到。「算出來」，是拿量到的東西再去計算，而且通常要加上一些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假設不成立，算出來的就錯。舉個例子：機車的時速表，其實沒有量「速度」，它量的是輪子轉多快，再乘上輪胎一圈多長，算出時速。換一個比較小的輪胎，時速表就會不準，因為「輪胎一圈多長」這個假設變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看表，一列一列講量到什麼、什麼是算的。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：每個像素量到的是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，貼了濾色片就是紅、綠、藍各多亮；像素在畫面的哪一格，代表光從哪個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進來。距離是用「腳踩地的那一點在第幾列」算的，假設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、知道相機裝多高，遇到上坡下坡就算錯。「那是一個人」也是程式從亮度算出來的，就是第八週的偵測模型。相機也是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唯一讀得出顏色和文字的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，紅綠燈、路牌都靠它。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：量的是雷射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來回的時間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。距離＝光速×來回時間÷2，除以 2 是因為光走了一去一回；光速是固定的，所以距離幾乎等於直接量到，來回 100 奈秒就是 15 公尺。可是那一團點是什麼，它開多快，都要再算。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是例外，一次量兩樣：比較發出去和收回來的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得到距離，用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得到朝自己的速度，就像救護車開過來鳴笛變尖、開走變低。只有朝自己的那一段量得到，橫著開的車會量到接近 0，橫向的速度還是要算。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：量聲音來回的時間，聲速每秒約 340 公尺，算出距離。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：量的是每顆衛星的訊號走了多久，乘上光速得到距離，再用四顆衛星算出自己的位置。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：量溫度差，那是人還是動物要再判斷。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是第六週加的：裡面有加速度計和陀螺儀，量的是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加速多少、轉得多快；位置要把這些一路加起來才算得到，小小的誤差一直累加，就是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漂移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，橫向誤差跟時間的平方成正比，所以 IMU 只能補衛星定位短短的空檔。表上有兩種量的是「自己」，不是外面的東西：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衛星定位和 IMU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為什麼要分得這麼清楚？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因為算出來的，比量出來的多了三個弱點：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假設可能不成立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，像相機遇到上坡；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會比較慢才得到結果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，速度要連續看兩次、位置相減、再除以時間，只有雷達一次就量到；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誤差會累積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 IMU 的漂移。所以看到一個數字，先問：它是量的還是算的？是算的，再問：靠什麼假設？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有效距離那一欄是第三週課堂上設定的晴天值，不是某一顆產品的規格。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第三週還有兩個常考的數字：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相機估距誤差跟距離平方成正比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，距離兩倍，誤差四倍；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光達打在行人身上的點，距離兩倍，點數剩四分之一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，十公尺 308 點、二十公尺 77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讓大家會讀煞停距離表，記得「感測器看到障礙物的距離，如果比煞停距離還短，就一定會撞上」。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第四週的公式：煞停距離等於 v 乘 0.3，加上 v 平方除以 12，v 用每秒幾公尺。前面那段是反應的 0.3 秒走的路，後面那段是煞車煞到停。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50，每秒 13.9 公尺：反應 4.2 公尺，煞車 16.1 公尺，加起來 20.3 公尺。射線至少要 25 公尺，乘了 1.25 的餘裕，這是本課取的，不是法規。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注意，第一週講過一個「時速 50 煞停約 30 公尺」，那是用人的反應時間 1 秒算的。兩個都對，只是假設不同：人反應慢，電腦反應快。考試題目會寫清楚用哪一個假設。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第四週第三節的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雨天陷阱題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也要會算：模擬器打開雨天，射線的有效長度變成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0.55 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。舉一個例子：射線 35 公尺、時速 50。晴天 35 公尺，比 25 公尺還長，夠；下雨變成 35 乘 0.55，19.25 公尺，比煞停距離 20 公尺還短，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就不夠了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。射線變短了，煞停距離不會跟著變短。解法有兩個：降低車速，或把射線長度補回來。順便提醒：真的路面濕了，煞車那一段也會變長，濕柏油時速 50 要 36.4 公尺，這是另一件事。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第四週還有四件事，一件一件講。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一、模擬和現實有三種落差。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模擬裡不撞，不代表真車不撞，差在三個地方。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：模擬裡的紅色車是乾淨、均勻的紅；真相機拍到的紅色車有灰塵、有反光、有招牌的倒影。用乾淨的紅教電腦認車，上路遇到髒的紅就認不出來。解法叫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域隨機化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：在模擬裡故意把顏色、光線、地面一直亂改，電腦不能再靠顏色，只好學形狀，而形狀在真實世界不會變。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：模擬裡的車都照規則走，待在車道中間、變道先打方向燈；真實的機車會鑽縫、紅燈前擠到最前面、路口靠眼神決定誰先走。解法是把真實道路錄到的軌跡放回模擬裡，可是河內的軌跡沒有人有，要自己去收。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：輪胎、煞車在模擬裡都是估的。我們的模擬器減速度固定是 6，濕柏油大約只剩 3，時速 50 的煞停距離就從 20.3 公尺變成 36.4 公尺；反應那一段 4.2 公尺不變，變長的是煞車那一段。所以模擬是一道篩子：過不了的先淘汰，過了只是拿到上真車測試的門票。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二、里程不是好的測試單位，場景才是。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一台車在高速公路上直直跑一萬公里沒出事，只證明它很會走直線。決定安全的是很少發生的那幾秒：小孩從車陣衝出來、前車急煞、機車從死角鑽上來。一直跑，不保證遇得到。RAND 在 2016 年估計，要用里程證明自駕車比人安全兩成，要跑 110 億英里，一百台車全年無休要跑五百年。所以要問的不是「跑了幾公里」，而是「遇過哪些狀況」，這些狀況就叫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。場景一定有一個動作，像「急煞」「切入」；靜止的一張畫面叫「場面」，不是場景。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三、場景分三層，從模糊到精確，每加一層就多一點數字。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就像訂便當：「我要一個便當」是第一層；「八十到一百元、要有肉」是第二層；「排骨便當、九十元」是第三層。用第四週講義的例子：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一個數字都沒有，只寫「前車急煞」。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每個參數給一個範圍：前車在 20 到 60 公尺，減速度每秒平方 3 到 8 公尺，自車時速 40 到 70。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每個參數只有一個值：前車剛好 35 公尺、減速度剛好 6、自車剛好時速 50，這樣才跑得起來，跑一次得到一個結果，撞了或沒撞。最重要的是邏輯場景，因為電腦可以把它展開：距離每 1 公尺一個是 41 個，減速度每 0.5 一個是 11 個，時速每 5 公里一個是 7 個，41 乘 11 乘 7，等於 3157 個具體場景。全部跑一遍，就量得出「多近、多急」會開始撞，這才是模擬的用法，不是拚里程。而這只是一個功能場景展開出來的。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四、射線不是愈長、張角不是愈大就愈好。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長度超過需要的門檻以後，再加長就沒有用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40 的煞停距離是 13.6 公尺，射線 25 公尺就夠了；第四週用十六個種子實測，射線 45 公尺和 120 公尺，撐的秒數一秒不差，多出來的長度根本用不到。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張角開太大，射線反而會被攤得太稀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：射線的條數不變，張角開得愈大，相鄰兩條射線之間的縫就愈寬。河內那一組預設九條射線、張角 120 度，每兩條差 15 度，25 公尺外的縫大約 6.5 公尺寬，一台機車才 0.8 公尺寬，整台掉進縫裡，電腦看不到它。就像張開手指去摸桌子，手指張得愈開，摸到的範圍愈大，但指縫之間漏掉的地方也愈大。實測張角開到 180 度，撐的時間從 17.5 秒掉到 15.9 秒，反而更糟。所以規格要的是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剛好跨過門檻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：先算煞停距離，射線長度夠就好，張角收在需要的範圍。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讓大家記得第五、六週規格表上最常考的七個數字，以及每個數字背後的前提。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第五、六週讀了好多規格表，最常考的是這七個數字。每一個都要記得它的意思，更要記得它的前提。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測距 170 和 90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：對 80% 反射率的白色目標 170 公尺，對 10% 的黑色目標只有 90 公尺。路上有黑車、深色衣服，設計要用 90。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相機和光達的外參差 1 度，50 公尺外就會偏 0.87 公尺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，而且是橫向的偏移，快要半個車道。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同一塊影像感測器，鏡頭 3.6 mm 視野 81 度，8 mm 是 42 度。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焦距愈長，視野愈窄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，就像手機相機拉近（變焦），看得遠，可是看到的範圍變小。視野不寫在影像感測器的規格表上，是鏡頭決定的。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雷達角解析度 1.6 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：角度固定，離得愈遠，攤開的寬度愈大。40 公尺外是 1.1 公尺，兩個東西靠得比一束還近，雷達就可能把它們當成一個目標；150 公尺外是 4.2 公尺，比車道 3.5 公尺還寬：看得到目標，但分不出在哪一道。所以跟車的雷達要配相機。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USS6 只量得到 5.5 公尺。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20 的煞停距離約 4.2 公尺，再加 5 公尺的安全距離，要 9.2 公尺，超音波不夠，所以它只在停車場過關，是停車、倒車用的。注意：第三週那張表寫超音波 4.5 公尺，那是課堂設定的值；5.5 公尺是第六週那一顆產品的規格，兩個數字來源不同。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 2.5 m CEP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：CEP 是 Circular Error Probable 的縮寫，中文叫「圓概率誤差」。以真正的位置為圓心畫一個圓，定位點有一半落在圈內，這個圓的半徑就是 CEP。所以 2.5 m CEP 是一半的時間在 2.5 公尺內，另一半更差，不是「最多 2.5 公尺」。就像射飛鏢，說「一半的鏢在半徑 2.5 公分的圈內」，另一半就在圈外。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的誤差跟時間平方成正比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80、容許 0.5 公尺，工業級大約撐 34 秒，雪山隧道要 580 秒，撐不住。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讓大家會讀失效對照表：橫著看，是看在某一種條件下，哪些感測器會失效；直著看，是看某一種感測器怕哪些條件。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這張是第七週第一節的表，圖表判讀很適合考它。兩種讀法。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，看在某一種條件下，哪些感測器會失效：大雨濃霧，相機失靈、光達變差，雷達照常。夜間，只有相機變差。隧道，衛星定位失靈、IMU 變差。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，看某一種感測器怕哪些條件：雷達這一欄幾乎全是 ✓，可是「遠處的行人、機車」是 ✗，靜止物是 ▲。相機怕雨、怕逆光、怕被蓋住。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結論只有一句：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 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，所以要融合。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第七週另外還有三件事。第一，感測器失效有三種方式：看不到、看錯，還有看不到卻回報說沒事，第三種最危險。第二，融合有兩個好處：互補和備援。第三，融合有兩個前提：空間要標定，時間要同步。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讓大家用五句話記住第七週第二節的融合。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兩個好處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：互補，每一顆給不同的資訊，相機說是什麼、光達說多遠、雷達說多快；備援，其中一顆感測器壞了，車子還能繼續開。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兩個前提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：空間要對齊，就是標定，包含內參和外參；時間要對齊，就是同步。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前期、中期、後期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愈早把資料合起來，保留下來的資訊愈多，但是兩個感測器的資料也要對得愈準。前期融合是把每一個點對起來，中期融合是把鳥瞰圖上的每一格對起來，後期融合是把各自找出來的物體對起來。後期融合要做「對應」：雷達的目標配相機的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要相信誰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：比較準的那一個，要多相信一點。IMU 說 120（誤差 1），GPS 說 118（誤差 3）。誤差差 3 倍，信任差 9 倍：9 乘 120 加 1 乘 118，除以 10，得 119.8 公尺。這一題很適合考計算。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：L2 駕駛馬上接手；L3 請駕駛接手，等幾秒，沒人接就在車道內停下；L4 沒有駕駛，自己靠邊停，叫最小風險狀態。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讓大家用六列，把今天第一節和第二節要考的東西記起來。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照片是數字。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每一個像素有三個數字，紅、綠、藍，每個從 0 到 255。三種光可以混出別的顏色：紅加綠是黃，三個都是 255 是白，三個都是 0 是黑。就像舞台上的三盞彩色燈，打在同一個地方會混出別的顏色。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「學」是什麼。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電腦看很多有標準答案的例子，猜一次、對答案、改一點點，重複很多次。為什麼只改一點點？就像大霧裡下山，只摸得到腳下往哪邊斜，一次跳太遠，會跳過山谷，落到對面的山坡上；第一節那個動畫，步伐 2.5 的那一格就是一直跳來跳去。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機器學習和深度學習。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差別在「看什麼」是誰決定的。機器學習是人決定看什麼，例如第一節我選了「框的高除以寬」，電腦只學門檻 1.03；深度學習連看什麼都自己學，YOLOX 裡面大約九百萬個數字全部自己學。兩種都要有答案的資料，深度學習要的更多，YOLOX 用了 COCO 大約十二萬張標好的照片。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偵測給什麼。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每個東西給三樣：框、類別、分數。分數用來設門檻：門檻低，抓得多，可是亂報的也多；門檻高，亂報的少，可是漏掉的也多。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東西離得愈遠、光線愈暗，模型就愈容易漏掉。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白天的行人，十公尺內抓到 82%，四十到五十公尺剩 3%。十到二十公尺的行人，白天 66%，晚上 49%。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標註和 IoU。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第二節大家自己標過：nuScenes 的規則是框要貼、手腳包進去、騎士跟車同一個框，旁邊站的人另外框。IoU 是兩個框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重疊的面積除以合起來的面積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，量兩個框有多像：1 是完全一樣，0 是完全沒碰到。算一次：兩個框各 50，重疊 20，合起來是 50 加 50 減 20，等於 80，IoU 是 20 除以 80，等於 0.25。合起來那一步要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減掉重疊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，不然重疊的部分算了兩次，這是最常錯的地方。今天練習台用 IoU 至少 0.3、而且類別對，算框到。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讓大家把最容易講錯的八句話記下來，考試看到這種選項要小心。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這八句話，都是各週教材裡特別提醒過、很多人會講錯的。可以先把右邊遮住，自己說說看哪裡錯。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不是 L1，是 L0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，它只是瞬間介入。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沒有方向盤不等於 L5。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 的意思是沒有 ODD 限制，目前不存在。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94% 指的是：人的錯誤是事故鏈的最後一環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，不是把開車的人換成電腦，事故就會少 94%。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 200 公尺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，要追問對多少反射率、偵測機率多少，不是 200 公尺內都看得到。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光達會受天氣影響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，比較不怕的是雷達。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雷達不是不能看人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，是看得到但抓不穩，不能單獨用。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兩顆好的感測器合起來，結果不一定好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；如果沒有標定、沒有同步，合起來一樣會錯。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 0.91 不是百分之九十一一定對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，是拿來排序、設門檻的。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讓大家有一套讀圖、讀表的固定步驟，考試碰到沒看過的圖也知道從哪裡下手。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圖表判讀題，最怕一看到圖就急著找答案。給大家四個步驟，像看電費單一樣：先看單位和期間，再比多少。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第一步，看標題和單位。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這張圖講的是「抓到的比例」，單位是百分比。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第二步，看軸。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橫軸是距離，每十公尺一組；縱軸是抓到的百分比。三種顏色是三種物體。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第三步，找前提條件。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圖下面那行小字：白天、看得到六成以上、門檻 0.3。換一個條件，數字就不一樣，例如晚上會更低。很多題目的陷阱就藏在條件裡，就像第五週的「對 10% 反射率」。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第四步，再比較。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綠色的車，十公尺以外都在八成以上，幾乎不掉；紅色的行人，從 82% 掉到 3%；橘色的機車、腳踏車掉得更快，二十到三十公尺就只剩 21%，四十到五十公尺是 0%。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比較的時候也要看例外：車在零到十公尺只有 64%，比遠處還低，不是因為看不到，而是很近的車常常被畫面邊緣切掉一半。看到怪怪的數字，先回頭找原因。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這四步，失效對照表、煞停距離表、規格表，全部適用。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讓大家打開模擬考，知道怎麼做、做完看什麼。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QR，打開期中模擬考。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二十八題，第一週到第八週都有。每一題上面是越南文，下面是中文對照，跟期中考一樣。右上角有一個「English」按鈕，可以再打開英文，平常不用開。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全部做完，按最下面「交卷、看答案」。每一題會告訴你對錯，綠色是正確答案，下面有說明。最下面會列出每一週答對幾題，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有錯題的週次會變紅框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題的右上角還有一個「解釋說明」按鈕。按下去，交卷前就能看到這一題的說明。說明裡會直接講出答案，所以今天在課堂上先不要按，當成真的考試來做。回家複習的時候，答不出來的題目就可以按開來看。交卷前看過說明的題目，成績那一塊會列出題號，所以老師看截圖也知道哪幾題是看了說明才答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截圖最下面那一塊，傳到 LINE。考前在家可以再做一次，按「重做」就會清掉答案。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讓大家實際做一次模擬考，找出自己最弱的那一週。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（停在這一張，讓大家做大約九分鐘，最後三分鐘講題。）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做的時候，先不要翻講義，也先不要按「解釋說明」，當成真的考試。沒有把握的題目，自己記一下，交卷後特別看那幾題的說明。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（巡堂：看大家錯在哪幾題。最後三分鐘，挑全班錯最多的兩三題講。根據各週教材，最容易錯的是：第 1 題 AEB 是 L0、第 6 題「至少」是下限、第 19 題 CEP 是 50%、第 23 題 119.8 怎麼算。）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考前三件事。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把「八週地圖」看一遍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，每週一句話，八句都說得出來。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模擬考紅框的那幾週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，講義再讀一次。模擬考可以在家再做，題目不會變，可是不要背答案，要看懂說明。在家做的時候，答不出來的題目可以按那一題右上角的「解釋說明」，看完再回去翻那一週的講義。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圖和表照四步驟讀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：標題和單位、軸、前提條件，最後才比較。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下週四，十一月五日，上課時間考試。祝大家考試順利。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giữa kỳ: tám tuần trong năm mươi phút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期中複習：八週，五十分鐘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tuần vài câu và một bảng — rồi làm đề thi thử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每週幾句話、一張表，最後做一份模擬考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3 節　2026/10/29（四）11:10–12:00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giữa kỳ: những điều cần biết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期中考：要知道的四件事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Năm, trong giờ học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（四）上課時間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9. 19/11 nghỉ lễ trường.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第九週。11/19 校慶停課。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điểm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總成績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kỳ, cuối kỳ mỗi kỳ 15%.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期中、期末各 15%。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câu hỏi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種題型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Khái niệm, và đọc biểu đồ / bảng.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概念題，和圖表判讀。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/ 中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tiếng Việt là chính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越南文為主、中文對照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có tiếng Trung đối chiếu.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每一題都附中文對照。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Phạm vi: tuần 1 đến tiết 2 hôm nay (gán nhãn, IoU).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範圍：第一週到今天第 2 節（標註、IoU）。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tuần,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八週地圖：每週一句話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03120"/>
                <a:gridCol w="5349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一句話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SAE,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分級、ODD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nói về phân công người–máy, không nói về năng lực.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等級講的是分工，不是能力。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ODD, nguyên lý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ODD、感測器原理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«Ít nhất» là giới hạn dưới; lidar: c × thời gian đi–về ÷ 2; radar chỉ đo tốc độ hướng tâm.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「至少」是下限；光達：光速×來回時間÷2；雷達只量朝自己的速度。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Sáu loại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六種感測器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được khoảng cách ≠ biết là gì; xa gấp đôi, sai số camera gấp bốn.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量得到距離≠知道是什麼；距離兩倍，相機誤差四倍。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phỏng, kịch bản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模擬器、場景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km/h dừng mất 20 m, phải thấy ≥ 25 m. Mô phỏng là cái sàng.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 50 煞停 20 m，至少看 25 m。模擬是篩子。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số camera, 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相機、光達規格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phải hỏi độ phản xạ; lệch 1°, ở 50 m lệch 0,87 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測距要問反射率；差 1 度，50 m 外差 0.87 m。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siêu âm, GNSS, IMU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雷達、超音波、衛星、IMU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loại nào thắng cả năm tình huống.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沒有一種感測器五個情境都贏。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và hợp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失效與融合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cũng có lúc hỏng; ghép lại, cái chuẩn hơn được tin nhiều hơn.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每一種都會壞；合起來，比較準的多相信一點。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tính nhìn thấy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電腦怎麼看見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từ ví dụ; khung + loại + điểm; xa và tối thì sót.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從例子學；框＋類別＋分數；一遠、一暗就漏。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cấp SAE — ai làm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第一、二週：六個等級，誰做什麼</a:t>
            </a:r>
            <a:endParaRPr lang="en-US" sz="201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669161"/>
                <a:gridCol w="2509352"/>
                <a:gridCol w="2342062"/>
                <a:gridCol w="1923837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thống làm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系統做什麼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nhìn đường / tiếp quản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誰看路、誰接手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Cảnh báo, can thiệp tức thời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警告、瞬間介入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(phanh khẩn cấp)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自動緊急煞車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Liên tục một việc: hướng HOẶC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持續做一項：方向或速度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 (bám xe)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ACC 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hướng VÀ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方向和速度都做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phải nhìn đường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人要一直看路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Giữ làn + bám xe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置中＋跟車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內全部自己開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không cần nhìn, nhưng phải tiếp quản khi được yêu cầu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人可以不看路，被要求時要接手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Kẹt xe trên cao tốc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高速公路塞車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và tự xử lý khi có sự cố,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內連接手都自己做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Robotaxi trong khu vực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區域內的無人計程車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nơi, không giới hạn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哪裡都能開，沒有 ODD 限制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tồn tại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目前不存在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bước: tức thời hay liên tục? Một việc hay hai? Ai nhìn đường, ai tiếp quản?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判斷三步驟：瞬間還是持續？管一項還是兩項？誰看路、誰接手？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ô ODD và cách đọc điều kiện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第一、二週：ODD 六格，和怎麼讀條件</a:t>
            </a:r>
            <a:endParaRPr lang="en-US" sz="216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337542"/>
                <a:gridCol w="5664045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這一格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điều kiện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條件的例子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Tuyến A từ cổng trường đến ký túc xá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校門到宿舍的路線 A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0–20 km/h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0–20 km/h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đi bộ, xe đạp và xe máy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包含行人、自行車與機車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mưa, mặt đường khô; độ rọi ít nhất 20 lx (lux)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無雨、路面乾燥；照度至少 20 lx（勒克斯）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khuôn viên trường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người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nhân viên an toàn ngồi trên xe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車上有安全員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«Ít nhất 20 lx» là giới hạn dưới: đo được 5 lx → ra khỏi ODD. Chạy chậm lại cũng không vào lại được.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「至少 20 lx」是下限：現場 5 lx → 出了 ODD。開慢一點也不會變回符合。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60798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4024" y="253697"/>
            <a:ext cx="7055952" cy="72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2, 3, 6: mỗi cảm biến đo trực tiếp cái gì</a:t>
            </a:r>
            <a:endParaRPr lang="en-US" sz="19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第二、三、六週：每種感測器直接量到什麼</a:t>
            </a:r>
            <a:endParaRPr lang="en-US" sz="191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44024" y="983076"/>
          <a:ext cx="7055952" cy="792804"/>
        </p:xfrm>
        <a:graphic>
          <a:graphicData uri="http://schemas.openxmlformats.org/drawingml/2006/table">
            <a:tbl>
              <a:tblPr/>
              <a:tblGrid>
                <a:gridCol w="1268486"/>
                <a:gridCol w="2061289"/>
                <a:gridCol w="1664887"/>
                <a:gridCol w="2061289"/>
              </a:tblGrid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trực tiếp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(trời nắng, giá trị lớp học)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有效距離（晴天，課堂設定）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Góc, độ sáng, màu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角度、亮度、顏色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là đoán; sợ tối, mưa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距離是算的；怕暗、怕雨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(thời gian bay)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距離（飛行時間）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 thì thưa; không biết «là gì»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一遠就稀；不知道是什麼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+ tốc độ hướng tâm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距離＋朝自己的速度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thô; ít bắt người, xe máy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角度粗；抓不太到人、機車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gần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只看近處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Toạ độ của chính mình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自己的座標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±2.5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phía trước có gì; hầm thì mất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不知道前面有什麼；隧道沒訊號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nhiệt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Chênh lệch nhiệt độ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溫度差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thấp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解析度低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(tuần 6)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IMU（第六週）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 tốc, tốc độ quay của chính xe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自己的加速度、轉多快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Trôi: sai số tăng theo t²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會漂移：誤差跟 t² 變大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44024" y="4232748"/>
            <a:ext cx="7055952" cy="39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là gì. Chỉ camera đọc được màu đèn giao thông.</a:t>
            </a:r>
            <a:endParaRPr lang="en-US" sz="1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量得到距離≠知道是什麼。只有相機讀得出紅綠燈的顏色。</a:t>
            </a:r>
            <a:endParaRPr lang="en-US" sz="104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03119" y="110992"/>
            <a:ext cx="713523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40426" y="110992"/>
            <a:ext cx="1744168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4: quãng dừng và tầm nhìn tối thiểu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第四週：煞停距離和射線至少多長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Quãng dừng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煞停距離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 ít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射線至少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2582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Quãng dừng = v×0,3 + v²÷12 (v tính m/s; phản ứng 0,3 s, giảm tốc 6 m/s²). Mưa: tia chỉ còn 0,55 lần chiều dài.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煞停距離＝v×0.3＋v²÷12（v 用 m/s；反應 0.3 秒、減速度 6）。雨天射線只剩 0.55 倍長。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34210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7393" y="270713"/>
            <a:ext cx="7529214" cy="778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5–6: bảy con số hay thi khi đọc bảng thông số</a:t>
            </a:r>
            <a:endParaRPr lang="en-US" sz="2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第五、六週：讀規格表最常考的七個數字</a:t>
            </a:r>
            <a:endParaRPr lang="en-US" sz="204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7393" y="1049014"/>
          <a:ext cx="7529214" cy="845979"/>
        </p:xfrm>
        <a:graphic>
          <a:graphicData uri="http://schemas.openxmlformats.org/drawingml/2006/table">
            <a:tbl>
              <a:tblPr/>
              <a:tblGrid>
                <a:gridCol w="2791731"/>
                <a:gridCol w="4737483"/>
              </a:tblGrid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OS1: 170 m (80%) / 90 m (10%)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OS1：170 m（80%）／90 m（10%）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phụ thuộc độ phản xạ; thiết kế dùng 90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測距看反射率；設計用 90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Lệch 1° → 0,87 m ở 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差 1° → 50 m 外差 0.87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Tham số ngoài phải rất chuẩn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外參要很準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Ống kính 3,6 mm 81°, 8 mm 42°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鏡頭 3.6 mm 81°、8 mm 42°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Tiêu cự càng dài, góc nhìn càng hẹp; do ống kính quyết định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焦距愈長，視野愈窄；由鏡頭決定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1,6° → 1,1 m ở 40 m; 4,2 m ở 150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 1.6° → 40 m 外 1.1 m；150 m 外 4.2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hơn làn 3,5 m: không biết ở làn nào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比車道 3.5 m 寬：分不出哪一道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5,5 m; 20 km/h cần 9,2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 5.5 m；時速 20 要 9.2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đủ khi chạy; chỉ dùng khi đỗ xe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開車時不夠用；只在停車場夠用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2,5 m CEP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 2.5 m CEP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 thời gian trong 2,5 m, không phải tối đa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一半時間在 2.5 m 內，不是最多 2.5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IMU: sai số ∝ t²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IMU：誤差跟 t² 成正比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Công nghiệp chịu ~34 s ở 80 km/h; hầm 580 s không đủ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工業級時速 80 撐約 34 秒；隧道 580 秒撐不住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7393" y="4206160"/>
            <a:ext cx="7529214" cy="42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1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con số đều có điều kiện kèm theo. Đọc bảng: hỏi «với điều kiện gì?»</a:t>
            </a:r>
            <a:endParaRPr lang="en-US" sz="11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每個數字都綁著前提。讀規格表，先問「在什麼條件下？」</a:t>
            </a:r>
            <a:endParaRPr lang="en-US" sz="111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43622" y="118437"/>
            <a:ext cx="761381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830" dirty="0"/>
          </a:p>
        </p:txBody>
      </p:sp>
      <p:sp>
        <p:nvSpPr>
          <p:cNvPr id="8" name="Text 3"/>
          <p:cNvSpPr txBox="1"/>
          <p:nvPr/>
        </p:nvSpPr>
        <p:spPr>
          <a:xfrm>
            <a:off x="1230382" y="118437"/>
            <a:ext cx="1861154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bảng điều kiện hỏng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第七週：失效對照表</a:t>
            </a:r>
            <a:endParaRPr lang="en-US" sz="19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hợp nhất cảm biến trong năm dòng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第七週：融合，五句話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lợi ích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兩個好處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Bổ sung (mỗi cái một thông tin) và dự phòng (hỏng một cái vẫn chạy)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互補（各給一塊資訊）、備援（壞一顆還開得下去）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兩個前提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không gian (hiệu chuẩn = tham số trong + ngoài) và thời gian (đồng bộ)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空間對齊（標定＝內參＋外參）、時間對齊（同步）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Sớm / giữa / muộn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前期／中期／後期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càng sớm, giữ càng nhiều thông tin, càng phải căn chuẩn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愈早合，留下的資訊愈多，對齊要愈準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Nghe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聽誰的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120 (±1), GPS 118 (±3) → (9×120+1×118)÷10 = 119,8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 120（±1）、GPS 118（±3）→ (9×120＋1×118)÷10＝119.8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Giảm cấp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降級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người tiếp quản ngay. L3: nhờ người, không ai thì dừng trong làn. L4: tự tấp vào lề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L2：駕駛馬上接手。L3：請駕駛接手，沒人接就在車道內停。L4：自己靠邊停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82133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muộn: ghép mục tiêu radar với khung camera (vật với vật).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後期融合：雷達的目標配相機的框（物體對物體）。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75781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8365" y="274958"/>
            <a:ext cx="7647270" cy="790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8: máy tính nhìn thấy, và gán nhãn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第八週：電腦怎麼看見，和資料標註</a:t>
            </a:r>
            <a:endParaRPr lang="en-US" sz="207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65" y="1065462"/>
          <a:ext cx="7647270" cy="859244"/>
        </p:xfrm>
        <a:graphic>
          <a:graphicData uri="http://schemas.openxmlformats.org/drawingml/2006/table">
            <a:tbl>
              <a:tblPr/>
              <a:tblGrid>
                <a:gridCol w="1976261"/>
                <a:gridCol w="5671009"/>
              </a:tblGrid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là con số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照片是數字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3 số R, G, B, mỗi số 0–255; đỏ + xanh lá = vàng; cả ba 255 là trắng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每個像素三個數字 R、G、B，各 0–255；紅＋綠＝黃，三個都 255 是白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«Học» là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「學」是什麼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Đoán, so đáp án, sửa một chút — lặp lại rất nhiều lần; bước quá lớn thì nhảy loạn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猜、對答案、改一點點，重複很多次；步伐太大會跳過頭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/ học sâu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機器學習／深度學習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máy: người chọn «nhìn cái gì». Học sâu: máy tự học cả cái đó. Cả hai đều cần dữ liệu có đáp 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機器學習：人決定看什麼；深度學習：連看什麼都自己學。兩種都要有答案的資料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cho ra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偵測給什麼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điểm. Ngưỡng thấp: báo nhiều; ngưỡng cao: sót nhiều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框＋類別＋分數。門檻低就多報，門檻高就漏掉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Xa, tối thì sót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一遠、一暗就漏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0–10 m 82%, 40–50 m 3%; người 10–20 m: ngày 66%, đêm 49%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 0–10 m 82%、40–50 m 3%；10–20 m 的行人：白天 66%、晚上 49%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Gán nhãn, IoU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標註、IoU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sát, gồm tay chân, người lái chung khung với xe. IoU = chồng lên ÷ gộp lại: 1 là trùng khít, 0 là không chạm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框要貼、手腳包進去、騎士跟車同一個框。IoU＝重疊÷合起來：1 是完全一樣，0 是沒碰到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8365" y="4199528"/>
            <a:ext cx="7647270" cy="42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hình: thiếu, sai thì mô hình học sai.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標註資料是模型的課本：漏標、標錯，模型就學錯。</a:t>
            </a:r>
            <a:endParaRPr lang="en-US" sz="113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78890" y="120294"/>
            <a:ext cx="773319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7987" y="120294"/>
            <a:ext cx="1890336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hay nói sai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最常講錯的八句話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錯的說法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Đúng là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正確的是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là L1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是 L1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L0: chỉ can thiệp tức thời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L0：只是瞬間介入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vô lăng là L5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沒有方向盤就是 L5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là không giới hạn ODD; hiện chưa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L5 是沒有 ODD 限制；目前不存在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 tai nạn hết nếu thay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換掉人就少 94% 車禍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Đó là mắt xích cuối, không phải nguyên nhân duy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那是事故鏈最後一環，不是唯一原因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200 m là thấy hết trong 200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 200 m 就是 200 m 內都看得到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hỏi độ phản xạ, xác suất phát hiện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要問對多少反射率、偵測機率多少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không sợ thời tiết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光達不怕天氣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 làm lidar kém; radar mới ít sợ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雨霧會讓光達變差；比較不怕的是雷達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dùng để thấy người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雷達不能用來看人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được nhưng không ổn định; không dùng một mình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看得到但抓不穩；不能單獨用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cảm biến tốt ghép lại chắc chắn tốt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兩顆好的合起來一定好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căn chỉnh, không đồng bộ thì vẫn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沒標定、沒同步，一樣錯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0,91 là đúng 91%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 0.91 就是 91% 一定對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dùng để xếp hạng và cắt 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分數是拿來排序、設門檻的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biểu đồ · 圖表判讀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第八週第 1 節：nuScenes mini 白天、YOLOX-s、門檻 0.3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tiêu đề và đơn vị → trục → điều kiện → so sánh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四步驟：標題和單位 → 軸 → 前提條件 → 再比較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này: % bắt được theo khoảng cách. Điều kiện: ban ngày, ngưỡng 0,3. Xe giảm ít nhất; người và xe 2 bánh ở xa gần như mất hết.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這張圖：抓到的比例對距離。條件：白天、門檻 0.3。車掉最少；行人、機車一遠就幾乎掉光。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hoá đơn tiền điện: đơn vị, kỳ, rồi mới so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看電費單：先看單位、期間，再比多少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đề thi thử giữa kỳ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打開期中模擬考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để mở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 打開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week8/review/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câu, tuần 1–8. Tiếng Việt là chính, có tiếng Trung đối chiếu (giống đề thi thật)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 題，第一到八週。越南文為主、中文對照（跟期中考一樣）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rồi bấm «Nộp bài, xem đáp án»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全部做完，按「交卷、看答案」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tuần nào có khung đỏ;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看哪一週是紅框；截圖傳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ở nhà thêm lần nữa trước ngày thi; bấm «Làm lại» để xoá đáp 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考前在家再做一次；按「重做」清掉答案。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thử · 模擬考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 trong 12 phút: tuần nào bạn sai nhiều nhất?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 分鐘 28 題：你哪一週錯得最多？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trước, không tra tài liệu. Câu nào không chắc thì đánh dấu trong đầu.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先全部做完，不翻講義。沒把握的題目自己記一下。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bài, đọc giải thích của từng câu sai. Ghi lại tuần có khung đỏ.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交卷後，每一題錯的都看說明。記下哪幾週是紅框。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Chụp phần kết quả cuối trang, gửi LINE.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截圖最下面的成績，傳 LINE。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đọc biểu đồ: dùng bốn bước vừa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圖表題：用剛剛那四個步驟。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ngày thi, làm ba việc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考前做三件事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lại bảng «tám tuần, mỗi tuần một câu»; nói được tám câu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看一遍「八週地圖」，八句話都說得出來。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nào bị khung đỏ trong đề thử thì đọc lại tài liệu tuần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模擬考紅框的那幾週，講義再讀一次。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đồ, bảng: tiêu đề và đơn vị → trục → điều kiện → so sánh.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圖和表：標題和單位 → 軸 → 前提條件 → 再比較。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2026-10-27T07:33:42Z</dcterms:created>
  <dcterms:modified xsi:type="dcterms:W3CDTF">2026-10-27T07:33:42Z</dcterms:modified>
</cp:coreProperties>
</file>