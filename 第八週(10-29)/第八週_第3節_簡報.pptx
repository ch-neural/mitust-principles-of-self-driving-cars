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第三週：量得到距離，不等於知道那是什麼；距離變成兩倍，相機估距離的誤差就變成四倍。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的煞停距離大約 20 公尺，感測器至少要看到 25 公尺遠；模擬是一道篩子。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感測器看得到的距離，如果比煞停距離還短，就一定會撞上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第五週：規格表上的測距，要追問是對多少反射率的目標量的；相機和光達的安裝角度差 1 度，50 公尺外就偏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第七週：每一種感測器都會失效；把它們合起來的時候，比較準的那一個要多相信一點。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下雨會讓相機失效，遠處的行人雷達抓不穩，進了隧道衛星定位就收不到訊號。感測器失效的方式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第八週：模型是從例子學出來的；它給出框、類別和分數；東西離得愈遠、光線愈暗，模型就愈容易漏掉。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（多有把握）。分數拿來設門檻：門檻設得低，就會多報出不存在的東西；門檻設得高，就會漏掉真的車和人。而且東西離得愈遠、光線愈暗，它就愈容易漏掉：行人在十公尺內抓到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讓大家記得每一種感測器「直接量到的是什麼」，其他都是算出來的；並且知道算出來的東西多了假設和步驟，比較容易錯。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第一句「其他都是算出來的」是什麼意思？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「直接量到」，是感測器的硬體本身感受到的那個量，量一次就拿到。「算出來」，是拿量到的東西再去計算，而且通常要加上一些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假設不成立，算出來的就錯。舉個例子：機車的時速表，其實沒有量「速度」，它量的是輪子轉多快，再乘上輪胎一圈多長，算出時速。換一個比較小的輪胎，時速表就會不準，因為「輪胎一圈多長」這個假設變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看表，一列一列講量到什麼、什麼是算的。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：每個像素量到的是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，貼了濾色片就是紅、綠、藍各多亮；像素在畫面的哪一格，代表光從哪個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進來。距離是用「腳踩地的那一點在第幾列」算的，假設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、知道相機裝多高，遇到上坡下坡就算錯。「那是一個人」也是程式從亮度算出來的，就是第八週的偵測模型。相機也是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唯一讀得出顏色和文字的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：量的是雷射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來回的時間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。距離＝光速×來回時間÷2，除以 2 是因為光走了一去一回；光速是固定的，所以距離幾乎等於直接量到，來回 100 奈秒就是 15 公尺。可是那一團點是什麼，它開多快，都要再算。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是例外，一次量兩樣：比較發出去和收回來的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得到距離，用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得到朝自己的速度，就像救護車開過來鳴笛變尖、開走變低。只有朝自己的那一段量得到，橫著開的車會量到接近 0，橫向的速度還是要算。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：量聲音來回的時間，聲速每秒約 340 公尺，算出距離。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：量的是每顆衛星的訊號走了多久，乘上光速得到距離，再用四顆衛星算出自己的位置。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：量溫度差，那是人還是動物要再判斷。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是第六週加的：裡面有加速度計和陀螺儀，量的是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加速多少、轉得多快；位置要把這些一路加起來才算得到，小小的誤差一直累加，就是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，橫向誤差跟時間的平方成正比，所以 IMU 只能補衛星定位短短的空檔。表上有兩種量的是「自己」，不是外面的東西：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為什麼要分得這麼清楚？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因為算出來的，比量出來的多了三個弱點：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假設可能不成立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，像相機遇到上坡；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會比較慢才得到結果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，速度要連續看兩次、位置相減、再除以時間，只有雷達一次就量到；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誤差會累積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 IMU 的漂移。所以看到一個數字，先問：它是量的還是算的？是算的，再問：靠什麼假設？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讓大家會讀煞停距離表，記得「感測器看到障礙物的距離，如果比煞停距離還短，就一定會撞上」。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第四週還有四件事，一件一件講。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一、模擬和現實有三種落差。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模擬裡不撞，不代表真車不撞，差在三個地方。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：模擬裡的紅色車是乾淨、均勻的紅；真相機拍到的紅色車有灰塵、有反光、有招牌的倒影。用乾淨的紅教電腦認車，上路遇到髒的紅就認不出來。解法叫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域隨機化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：在模擬裡故意把顏色、光線、地面一直亂改，電腦不能再靠顏色，只好學形狀，而形狀在真實世界不會變。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：模擬裡的車都照規則走，待在車道中間、變道先打方向燈；真實的機車會鑽縫、紅燈前擠到最前面、路口靠眼神決定誰先走。解法是把真實道路錄到的軌跡放回模擬裡，可是河內的軌跡沒有人有，要自己去收。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：輪胎、煞車在模擬裡都是估的。我們的模擬器減速度固定是 6，濕柏油大約只剩 3，時速 50 的煞停距離就從 20.3 公尺變成 36.4 公尺；反應那一段 4.2 公尺不變，變長的是煞車那一段。所以模擬是一道篩子：過不了的先淘汰，過了只是拿到上真車測試的門票。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二、里程不是好的測試單位，場景才是。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一台車在高速公路上直直跑一萬公里沒出事，只證明它很會走直線。決定安全的是很少發生的那幾秒：小孩從車陣衝出來、前車急煞、機車從死角鑽上來。一直跑，不保證遇得到。RAND 在 2016 年估計，要用里程證明自駕車比人安全兩成，要跑 110 億英里，一百台車全年無休要跑五百年。所以要問的不是「跑了幾公里」，而是「遇過哪些狀況」，這些狀況就叫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。場景一定有一個動作，像「急煞」「切入」；靜止的一張畫面叫「場面」，不是場景。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三、場景分三層，從模糊到精確，每加一層就多一點數字。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就像訂便當：「我要一個便當」是第一層；「八十到一百元、要有肉」是第二層；「排骨便當、九十元」是第三層。用第四週講義的例子：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一個數字都沒有，只寫「前車急煞」。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每個參數給一個範圍：前車在 20 到 60 公尺，減速度每秒平方 3 到 8 公尺，自車時速 40 到 70。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每個參數只有一個值：前車剛好 35 公尺、減速度剛好 6、自車剛好時速 50，這樣才跑得起來，跑一次得到一個結果，撞了或沒撞。最重要的是邏輯場景，因為電腦可以把它展開：距離每 1 公尺一個是 41 個，減速度每 0.5 一個是 11 個，時速每 5 公里一個是 7 個，41 乘 11 乘 7，等於 3157 個具體場景。全部跑一遍，就量得出「多近、多急」會開始撞，這才是模擬的用法，不是拚里程。而這只是一個功能場景展開出來的。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四、射線不是愈長、張角不是愈大就愈好。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長度超過需要的門檻以後，再加長就沒有用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40 的煞停距離是 13.6 公尺，射線 25 公尺就夠了；第四週用十六個種子實測，射線 45 公尺和 120 公尺，撐的秒數一秒不差，多出來的長度根本用不到。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張角開太大，射線反而會被攤得太稀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：射線的條數不變，張角開得愈大，相鄰兩條射線之間的縫就愈寬。河內那一組預設九條射線、張角 120 度，每兩條差 15 度，25 公尺外的縫大約 6.5 公尺寬，一台機車才 0.8 公尺寬，整台掉進縫裡，電腦看不到它。就像張開手指去摸桌子，手指張得愈開，摸到的範圍愈大，但指縫之間漏掉的地方也愈大。實測張角開到 180 度，撐的時間從 17.5 秒掉到 15.9 秒，反而更糟。所以規格要的是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剛好跨過門檻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：先算煞停距離，射線長度夠就好，張角收在需要的範圍。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相機和光達的外參差 1 度，50 公尺外就會偏 0.87 公尺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，而且是橫向的偏移，快要半個車道。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Circular Error Probable 的縮寫，中文叫「圓概率誤差」。以真正的位置為圓心畫一個圓，定位點有一半落在圈內，這個圓的半徑就是 CEP。所以 2.5 m CEP 是一半的時間在 2.5 公尺內，另一半更差，不是「最多 2.5 公尺」。就像射飛鏢，說「一半的鏢在半徑 2.5 公分的圈內」，另一半就在圈外。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讓大家會讀失效對照表：橫著看，是看在某一種條件下，哪些感測器會失效；直著看，是看某一種感測器怕哪些條件。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，看在某一種條件下，哪些感測器會失效：大雨濃霧，相機失靈、光達變差，雷達照常。夜間，只有相機變差。隧道，衛星定位失靈、IMU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，看某一種感測器怕哪些條件：雷達這一欄幾乎全是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第七週另外還有三件事。第一，感測器失效有三種方式：看不到、看錯，還有看不到卻回報說沒事，第三種最危險。第二，融合有兩個好處：互補和備援。第三，融合有兩個前提：空間要標定，時間要同步。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：互補，每一顆給不同的資訊，相機說是什麼、光達說多遠、雷達說多快；備援，其中一顆感測器壞了，車子還能繼續開。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把資料合起來，保留下來的資訊愈多，但是兩個感測器的資料也要對得愈準。前期融合是把每一個點對起來，中期融合是把鳥瞰圖上的每一格對起來，後期融合是把各自找出來的物體對起來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要相信誰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：比較準的那一個，要多相信一點。IMU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指的是：人的錯誤是事故鏈的最後一環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，不是把開車的人換成電腦，事故就會少 94%。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兩顆好的感測器合起來，結果不一定好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；如果沒有標定、沒有同步，合起來一樣會錯。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怎麼算。）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2026-10-27T05:38:24Z</dcterms:created>
  <dcterms:modified xsi:type="dcterms:W3CDTF">2026-10-27T05:38:24Z</dcterms:modified>
</cp:coreProperties>
</file>