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中文和英文對照，網頁上可以再打開越南文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：題目是中文和英文對照，沒有越南文。所以今天的模擬考，請大家試著讀英文那一行，網頁上越南文可以關掉。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：第一週到今天第一節，就是電腦怎麼看見車和人那一節。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讓大家先看到整個地圖：八週，每週一句話，等一下再一週一週展開。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這張表是整個期中考的地圖。每一週一句話，我從上往下唸一次。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等級講的是分工，不是能力。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「至少」是下限；雷達量的是朝自己的那一段速度。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量得到距離，不等於知道那是什麼；距離兩倍，相機誤差四倍。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時速五十煞停二十公尺，射線至少二十五公尺；模擬是一道篩子。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測距要問對多少反射率；外參差一度，五十公尺外差零點八七公尺。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每一種都會壞；合起來的時候，比較準的多相信一點。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模型從例子學，給框、類別、分數；一遠、一暗就漏。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。右邊是每一格的例子，大部分是第二週學習單上的。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是雨下得多大，不是積水多深；lx 是照度，亮不亮；能見度不等於感測器的量程。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看表。相機直接量的是角度和亮度，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它是唯一讀得出顏色和文字的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，紅綠燈、路牌都靠它；距離是算出來的。光達直接量距離，可是不知道那是什麼。雷達量距離和朝自己的速度。超音波只看近處。衛星定位量的是自己的座標，不知道前面有什麼。熱像量溫度差。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讓大家記得第五、六週規格表上最常考的六個數字，以及每個數字背後的前提。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第五、六週讀了好多規格表，最常考的是這六個數字。每一個都要記得它的意思，更要記得它的前提。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8 mm 視野 42 度，3.6 mm 是 81 度。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視野不寫在感測器的規格表上，是鏡頭決定的。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度，150 公尺外一束 4.2 公尺寬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，比車道還寬：看得到目標，但分不出在哪一道。所以跟車的雷達要配相機。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綠色的車，從近到遠幾乎不掉；紅色的行人，從 82% 掉到 3%；黃色的機車更快掉。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二十八題，第一週到第八週都有，每一題都是中文加英文，跟期中考一樣。右上角的「Tiếng Việt」按鈕可以開關越南文，建議先關掉，試著讀英文，真的看不懂再打開。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（巡堂：看大家錯在哪幾題。最後三到五分鐘，挑全班錯最多的兩三題講。根據各週教材，最容易錯的是：第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 / EN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 ngữ Trung–Anh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中英對照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không có tiếng Việt.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考卷沒有越南文。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1 hôm nay.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1 節。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radar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「至少」是下限；雷達量的是朝自己的那一段速度。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xe máy chạy ngược chiều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沒有逆向的機車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3: sáu loại cảm biến đo trực tiếp cái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第三週：六種感測器，直接量到什麼</a:t>
            </a:r>
            <a:endParaRPr lang="en-US" sz="20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1338321"/>
                <a:gridCol w="2174772"/>
                <a:gridCol w="1756546"/>
                <a:gridCol w="2174772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Đường ướt: 50 km/h cần 36,4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6）。濕路面：時速 50 要 36.4 m。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sáu con số hay thi khi đọc bảng thông số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第五、六週：讀規格表最常考的六個數字</a:t>
            </a:r>
            <a:endParaRPr lang="en-US" sz="216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966881"/>
                <a:gridCol w="5034707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8 mm 42°, 3,6 mm 81°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8 mm 42°、3.6 mm 81°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do ống kính quyết định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視野由鏡頭決定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4,2 m ở 150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150 m 外 4.2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nhất, người giảm nhiều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0.3。車掉最少，行人掉最多。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Đề song ngữ Trung–Anh; nút «Tiếng Việt» bật/tắt dòng tiếng Việt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題，第一到八週。中英對照；「Tiếng Việt」鈕開關越南文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2026-10-22T05:10:51Z</dcterms:created>
  <dcterms:modified xsi:type="dcterms:W3CDTF">2026-10-22T05:10:51Z</dcterms:modified>
</cp:coreProperties>
</file>