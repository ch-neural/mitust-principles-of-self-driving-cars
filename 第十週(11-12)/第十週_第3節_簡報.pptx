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讓大家知道練好的模型怎麼用：一張新照片進來，模型猜了一萬九千多次，要經過分數門檻和刪掉重複的框，才剩下最後幾個框；以及這些框好不好，要怎麼打分數。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第二節，我們練出了一個模型，留下第 35 輪。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這一節做兩件事。第一件，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推論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：給它一張從來沒看過的照片，看它怎麼把一萬九千多個猜測，變成照片上那幾個框。第二件，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打分數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：框得好不好，怎麼算？分數高，就一定好嗎？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讓大家知道推論的時候，模型的一萬九千多個猜測，是怎麼一步一步篩到最後剩下十幾個框的。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推論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的意思，就是練好的模型真正拿來用：一張新照片進來，框出三角錐。這是波士頓的一張測試照片，訓練時沒看過。看右邊五個步驟。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第一步，縮照片。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跟訓練時一樣，縮到 1280 寬。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第二步，猜。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第二節講過，三層格子，每一格都猜，一共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19,320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猜測，每一個都有一個框和一個分數。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，大部分的猜測分數幾乎是 0，就是「這裡沒有三角錐」。分數在 0.01 以上的，有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244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，就是照片上那些淡淡的框，愈淡分數愈低。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第四步，分數門檻。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第八週學過門檻：分數低於門檻的，不算。門檻放 0.25，剩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89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第五步，刪掉重複的。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89 個框裡，很多是同一個三角錐被框了好幾次。把重複的刪掉，最後剩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。這一步叫 NMS，下一張放大來看。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整個過程，在我的 MacBook 上，一張照片大約 0.01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 NMS 怎麼刪掉重複的框：同一個東西被框了很多次的時候，只留分數最高的那一個，跟它重疊太多的都刪掉。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把上一張的一個三角錐放大。這一個三角錐，分數 0.25 以上的框就有 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 個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。為什麼？因為好幾個格子、好幾層都覺得「這裡有三角錐」，每一個都猜了一個框。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 10 個框全部留下來，自駕車會以為那裡有 10 個三角錐。所以要刪掉重複的，做法很簡單。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，找分數最高的：0.96，留下來，變成綠色。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，其他的框，一個一個跟 0.96 那個比 IoU，也就是重疊多少。重疊超過 0.7，代表框的是同一個東西，刪掉。這 9 個的 IoU 都在 0.82 到 0.98 之間，全部刪掉。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，剩下沒被刪的框裡，再找分數最高的，重複一樣的事。這個例子已經沒有了，剩 1 個。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這個方法英文叫 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NMS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，Non-Maximum Suppression，意思是「不是最大的，就壓下去」。不過它也會出錯：兩個三角錐靠得很近，框重疊超過 0.7，就可能被當成同一個刪掉一個；同一個三角錐的兩個框，大小差很多、重疊不到 0.7，就兩個都留下來，變成多框。等一下會看到這種例子。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讓大家知道推論的速度為什麼重要：車上的相機一秒拍很多張，模型一定要在下一張進來之前算完；以及一個簡單的估算。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推論不只要準，還要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快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在我的 MacBook 上，一張照片大約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0.01 秒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，精確一點是 0.0115 秒。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可是車上不是一張照片。第七週看過的 nuScenes，那台車上有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 顆相機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，每一顆一秒拍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 張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。一秒就是 72 張照片。72 乘以 0.0115 秒，大約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0.83 秒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。也就是說，一台 MacBook 全力跑，一秒鐘剛好跑得完這一秒拍的照片。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聽起來好像夠了。可是請看底下那一行：這只是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三角錐一樣東西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車上還要找車、找人、找車道線、看紅綠燈，第八週講過的分割、立體框，每一樣都要算。而且車子不能「剛好跟得上」，要留時間給後面的預測和規劃。這就是為什麼第十五週會講到車載運算平台：真的自駕車上，有專門為這件事設計的晶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讓大家知道模型的框怎麼跟標準答案對：每一個框只會落在三種結果之一：框對、多框或漏掉；而且要重疊夠多才算框對。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推論完，最後一步：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打分數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。拿模型的框，跟標準答案一個一個比。白色虛線是答案，這張照片有 8 個三角錐；模型框了 16 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框對，綠色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：模型的框和答案的框，IoU 在 0.5 以上，也就是重疊得夠多。第八週的標註練習台用 0.3，比較寬鬆；正式的比賽常用 0.5。這一張框對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多框，紅色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：模型框了，可是那裡沒有對到任何答案。這一張多框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。請看中間那個最大的三角錐，被框了好幾次：一個綠的框對了，旁邊還有幾個紅的，大小差很多，重疊不到 0.7，上一張的 NMS 沒有刪掉，就變成多框。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一個答案只能配一個框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，多出來的都算多框。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漏掉，橘色虛線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：答案裡有，模型沒框到。這一張漏掉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，在最左下角，三角錐被照片的邊切掉，只露出一小塊。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所以一張照片的成績是：框對 7、多框 9、漏掉 1。下一張把這三個數字變成兩個分數。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讓大家知道精確度和召回率各在問什麼問題，以及怎麼從框對、多框、漏掉這三個數字算出來。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框對、多框、漏掉三個數字，可以算出兩個分數。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第一個，精確度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 precision。問的是：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模型框出來的，可不可信？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算法是框對的除以框了幾個。這一張框了 16 個，對了 7 個，7 除以 16，大約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44%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。也就是說，它框出來的東西，不到一半真的是答案裡的三角錐。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第二個，召回率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 recall。問的是：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真的有的，有沒有漏掉？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算法是框對的除以真的有幾個。這一張有 8 個，框對 7 個，7 除以 8，大約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88%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用捕魚來想。你在河裡撒網，河裡有 8 條魚。網撒得很大，8 條抓到 7 條，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召回率很高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；可是網子拉上來，還撈到 9 個空罐子、塑膠袋，抓上來的東西只有不到一半是魚，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精確度就低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。網撒得很小，撈上來的都是魚，精確度高，可是很多魚沒抓到，召回率就低。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這兩個分數通常一個高、另一個就低。要哪一個高，看你在乎什麼。下一張拉門檻，就看得到它們怎麼一起變。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讓大家看到門檻怎麼同時影響精確度和召回率：門檻放低，漏掉的少、多框的多；門檻放高，多框的少、漏掉的多。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第八週看過，門檻低會多報、門檻高會漏掉。今天把它換成兩個分數來看。看動畫，門檻從 0.05 一路拉到 0.9，再拉回來。左邊是同一張照片，右邊是 17 張測試照片加起來的成績。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門檻 0.05，很低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：分數一點點也算。左邊的紅框很多。右邊，召回率很高，92%；精確度很低，不到三成。網撒得很大。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門檻 0.25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，前面一直用的：召回率 89%，精確度 53%。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門檻 0.7，很高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：要很有把握才算。紅框幾乎不見了，精確度升到 70%；可是召回率掉到 54%，將近一半的三角錐沒框到。網撒得很小。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門檻 0.9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：精確度 82%，召回率只剩 10%，90 個三角錐只框對 9 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所以門檻沒有「最好」的值，只有「看你要什麼」。下一張把數字整理成表，再下一張討論自駕車該怎麼選。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讓大家把上一張動畫裡的數字整理成一張表，看清楚門檻每往上調一點，多框和漏掉各怎麼變。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把上一張的數字整理成表。每一列都是同樣的 17 張照片、90 個三角錐，只有門檻不一樣。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看多框那一欄：門檻 0.05 是 206 個，0.25 是 72 個，0.7 只剩 21 個。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門檻愈高，多框愈少。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再看漏掉那一欄：門檻 0.05 只漏 7 個，0.25 漏 10 個，0.7 漏 41 個，0.9 漏 81 個。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門檻愈高，漏掉愈多。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精確度和召回率就是從這幾欄算出來的。例如門檻 0.25：框對 80，加上多框 72，一共框了 152 個；80 除以 152，精確度 53%。90 個三角錐框對 80 個，召回率 89%。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 0.25 和 0.5 這兩列：門檻從 0.25 調到 0.5，多框少了 30 個，漏掉只多了 6 個，好像很划算。可是 0.5 到 0.7，多框少 21 個，漏掉卻多了 25 個。門檻要放哪裡，就是在這種取捨裡選一個。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讓大家知道自駕車選門檻時要想的事：漏掉和多框的代價不一樣，漏掉通常比較嚴重；可是多框太多也會造成危險，所以要兩邊一起顧。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自駕車的門檻要放哪裡？先想兩種錯各會發生什麼事。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多框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：路上沒有三角錐，模型說有。車子會減速、閃開，或煞一下車。乘客覺得「怎麼突然煞車」，不舒服，但通常不會出事。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漏掉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：路上明明有三角錐，模型沒看到。車子直接開進施工區，撞上去。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兩種錯的代價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差很多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，所以自駕車通常寧可多框一點，把召回率顧好。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用火災警報器來想。警報器太敏感，煎個魚就響，很煩，這是多框。警報器太遲鈍，真的失火了不響，這是漏掉，會出人命。所以警報器寧可敏感一點。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也不能無限敏感。如果自駕車每開一百公尺就亂煞一次車，後面的車來不及反應，就會追撞；乘客也會受不了，乾脆把系統關掉。所以實際的做法不是只看一個門檻，而是像這張表一樣，把每一種門檻的漏掉和多框都列出來，再看車子的速度、場景來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讓大家知道分數算出來以後，一定要回頭一個一個看錯在哪裡；而且分數是拿標準答案算的，答案本身也會漏，所以分數不一定代表模型真正的程度。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精確度 53%，聽起來很差：框出來的，將近一半是錯的。我把錯的一個一個裁出來看。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最上面一排，漏掉的 10 個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，全部都在這裡。其中 4 個在照片最邊邊，三角錐只露出一小塊，黑色的部分是照片外面。其他幾個看得到，模型卻沒框對。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中間一排，多框的第一種，52 個。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這些框的位置，官方的標註裡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什麼都沒有標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。可是請看框裡面：每一個都是三角錐。我把 52 個全部一個一個看過，每一個框裡都看得到三角錐。也就是說，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不是模型錯，是標準答案漏標了。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 52 個框，九成比答案裡的三角錐小，也就是多半比較遠。第八週講過 nuScenes 的規則：感測器看得到才標；可能是光達沒有打到它們，所以沒有標。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最下面一排，多框的第二種，20 個。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框是框在三角錐上的，可是跟答案的框重疊不到一半，所以不算框對。有的是框的大小跟答案不一樣，有的是同一個三角錐被框了兩次。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如果中間那 52 個都算框對，精確度就從 53% 變成大約 87%。所以要記得：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分數是拿答案算的，答案有錯，分數就不準。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第八週說「標註資料是模型的課本」；其實，它也是模型的考卷答案。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讓大家知道訓練不是做一次就結束：評估完找出錯在哪裡，針對錯的地方補資料、修答案，再訓練、再考；業界把這個循環叫做資料引擎。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這一節一開始那張流程圖，最上面有一條往回走的箭頭。現在可以把它講完了。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第一步，找出錯的。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上一張就是在做這件事：漏掉的多半在照片邊邊；還發現答案本身漏標了 52 個。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第二步，補資料、修答案。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今天的模型只看過新加坡一段路、白天、晴天。要讓它更好，就去補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它沒看過的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：其他城市的三角錐、晚上的、下雨的、被車子擋住一半的。另外，答案漏標的，要請人補標，不然下一次訓練，模型會學到「那裡沒有三角錐」。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第三步，再訓練。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一樣從練好的模型開始，一樣用驗證組挑最好的一輪。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第四步，再考一次。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用模型沒看過的照片考，然後又會找到新的錯，再回到第一步。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自駕車公司把這個循環跑了幾百次。第八週看過 NVIDIA 的影片：他們把幾個模型意見不一致、最沒把握的照片挑出來，請人標好，再加進訓練資料。那就是這個循環的第一、二步。感知做得好不好，很大一部分不是靠模型的設計，而是靠這個循環轉了多少次。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讓大家用今天學到的觀念，預測一個模型換到新的地方可能會出什麼錯，並且想到要補哪些資料。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最後請大家想一想：這個模型如果拿到河內、拿到台灣的路上，會錯在哪裡？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第一題，晚上、下雨。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它只學過 30 張新加坡白天的照片，從來沒看過晚上的三角錐。晚上三角錐的顏色看起來不一樣，反光條會亮，車燈會照出眩光。它很可能會漏掉，或者把其他亮亮的東西當成三角錐。要解決，就是去補晚上、下雨的照片。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第二題，被機車擋住。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河內和台灣的路上機車很多，三角錐常常只露出一半。今天的訓練照片裡，三角錐大多是完整的。所以要補被擋住的例子，標註的時候也要照規則，框看得到的部分。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第三題，其他橘色的東西。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今天看到，只用 5 張照片練的模型，看到橘色就框，多框了 587 個。路上橘色的東西很多：施工圍籬、工人的反光背心、橘色的機車、招牌。30 張照片練出來的模型，也可能被這些騙。要解決，就是讓訓練照片裡也有這些東西，而且沒有框，讓模型知道「橘色的不一定是三角錐」。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這三題的答案都指向同一件事：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模型只會它看過的。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要它在越南、在台灣用，就要有越南、台灣的照片。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這一節的目的回顧：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三句話。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推論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。模型對一張照片猜 19,320 次，經過分數門檻、再刪掉重複的框，最後剩幾個框。在 MacBook 上一張大約 0.01 秒。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精確度和召回率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。精確度問框出來的可不可信，召回率問有沒有漏掉。門檻調高，多框變少、漏掉變多；自駕車通常比較怕漏掉。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分數只跟答案一樣準。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一定要一個一個看錯在哪裡，針對錯的地方補資料、修答案、再訓練，這個循環叫資料引擎。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今天三節，從標註、分組、資料增強，到訓練、推論、打分數，一個模型從頭到尾怎麼做出來，大家都看過一遍了。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下週十一月十九日是校慶，停課一次。再下一週，十一月二十六日，第十二週，我們進到第五章：車子怎麼知道自己在哪裡，定位與高精地圖。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gif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10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002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 luận và chấm điểm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推論與打分數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2715525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2916000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19.320 lần đoán còn vài khung; đúng, thừa, sót; chọn ngưỡng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 19,320 個猜測到幾個框；框對、多框、漏掉；門檻放哪裡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第十週 第 3 節　2026/11/12（四）11:10–12:00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6 · 第六步：推論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 luận: 19.320 lần đoán → ngưỡng → bỏ trùng → còn 16 khung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推論：19,320 個猜測 → 門檻 → 刪重複 → 剩 16 個框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infe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scene-0655 #34（測試照片，訓練時沒看過）· 模型：第 35 輪 · 第 3 步的框愈淡、分數愈低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trùng · 刪重複（NMS）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trùng (NMS): giữ khung điểm cao nhất, xóa khung chồng quá nhiều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刪重複（NMS）：留分數最高的，重疊太多的刪掉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nm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上一張照片裡一個單獨的三角錐，放大 · 和它重疊超過 0.3 的候選框 10 個（門檻 0.25 以上）· 重疊用 IoU 算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 luận nhanh cỡ nào? Có kịp cho xe chạy không?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推論有多快？跟得上車子嗎？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7512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0,01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giây / ảnh (MacBook)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秒一張（MacBook）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1280 rộng, mô hình YOLO11n.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照片 1280 寬、YOLO11n。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2324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56916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56916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/ giây, mỗi camera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張／秒，每顆相機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756916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của nuScenes chụp 12 lần mỗi giây.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nuScenes 的相機一秒拍 12 張。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trên một xe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顆相機，一台車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nuScenes: 6 × 12 = 72 ảnh mỗi giây.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nuScenes 的車：6 × 12＝一秒 72 張。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132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35724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935724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giây cho 72 ảnh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秒跑完 72 張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35724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× 0,0115 giây. Vừa kịp.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72 × 0.0115 秒。剛好跟得上。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502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 mới chỉ là cọc tiêu. Còn xe, người, làn đường, đèn giao thông… nên xe thật cần chip riêng.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這還只是三角錐一樣東西。還有車、人、車道線、紅綠燈……所以真車上要有專用的晶片。</a:t>
            </a:r>
            <a:endParaRPr lang="en-US" sz="1250" dirty="0"/>
          </a:p>
        </p:txBody>
      </p:sp>
      <p:pic>
        <p:nvPicPr>
          <p:cNvPr id="21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7 · 第七步：評估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điểm: đúng, thừa, sót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打分數：框對、多框、漏掉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tpfpf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scene-0655 #34 · 白色虛線＝標準答案 · 框對＝和答案的 IoU ≥ 0.5 · 一個答案只能配一個框，分數高的先配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con số · 兩個分數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000000">
            <a:off x="753466" y="2727107"/>
            <a:ext cx="323332" cy="123627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 rot="-2520000">
            <a:off x="943661" y="2612989"/>
            <a:ext cx="589605" cy="123627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9344" y="24871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 rot="2700000">
            <a:off x="1960474" y="2622499"/>
            <a:ext cx="760781" cy="104607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Shape 6"/>
          <p:cNvSpPr/>
          <p:nvPr/>
        </p:nvSpPr>
        <p:spPr>
          <a:xfrm rot="-2700000">
            <a:off x="1960474" y="2622499"/>
            <a:ext cx="760781" cy="104607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914400"/>
            <a:ext cx="5212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xác: khoanh ra có đáng tin không? Độ bao phủ: có sót không?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精確度：框出來的可不可信？召回率：有沒有漏掉？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(precision) = đúng ÷ số khung đã khoanh = 7 ÷ 16 ≈ 44%. Độ bao phủ (recall) = đúng ÷ số cọc tiêu thật = 7 ÷ 8 ≈ 88%.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精確度（precision）＝框對 ÷ 框了幾個＝7 ÷ 16 ≈ 44%。召回率（recall）＝框對 ÷ 真的有幾個＝7 ÷ 8 ≈ 88%。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940074" y="365760"/>
            <a:ext cx="1701006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68090" y="384048"/>
            <a:ext cx="151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giăng lưới bắt cá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撒網捕魚</a:t>
            </a:r>
            <a:endParaRPr lang="en-US" sz="950" dirty="0"/>
          </a:p>
        </p:txBody>
      </p:sp>
      <p:pic>
        <p:nvPicPr>
          <p:cNvPr id="13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ngưỡng · 拉門檻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ngưỡng: một con số tăng thì con số kia giảm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拉門檻：一個分數變高，另一個就變低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th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左：scene-0655 #34 · 右：17 張測試照片（90 個三角錐）合計 · 門檻每次動 0.05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theo từng ngưỡng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每一個門檻的成績：17 張測試照片、90 個三角錐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109728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Ngưỡng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門檻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Đúng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框對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Thừa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漏掉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chính xác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精確度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bao phủ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召回率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516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cao lên: thừa ít đi, sót nhiều lên.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門檻愈高：多框愈少，漏掉愈多。</a:t>
            </a:r>
            <a:endParaRPr lang="en-US" sz="1200" dirty="0"/>
          </a:p>
        </p:txBody>
      </p:sp>
      <p:pic>
        <p:nvPicPr>
          <p:cNvPr id="6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tự lái chọn bên nào · 自駕車選哪邊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6407" y="2289658"/>
            <a:ext cx="874898" cy="760781"/>
          </a:xfrm>
          <a:prstGeom prst="triangle">
            <a:avLst/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1095817" y="2555931"/>
            <a:ext cx="76078" cy="2472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86307" y="2860243"/>
            <a:ext cx="95098" cy="950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9344" y="24871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903415" y="2612989"/>
            <a:ext cx="874898" cy="266273"/>
          </a:xfrm>
          <a:prstGeom prst="roundRect">
            <a:avLst>
              <a:gd name="adj" fmla="val 103022"/>
            </a:avLst>
          </a:prstGeom>
          <a:solidFill>
            <a:srgbClr val="0B1F3A"/>
          </a:solidFill>
          <a:ln/>
        </p:spPr>
      </p:sp>
      <p:sp>
        <p:nvSpPr>
          <p:cNvPr id="9" name="Shape 7"/>
          <p:cNvSpPr/>
          <p:nvPr/>
        </p:nvSpPr>
        <p:spPr>
          <a:xfrm>
            <a:off x="2093610" y="2422794"/>
            <a:ext cx="475488" cy="209215"/>
          </a:xfrm>
          <a:prstGeom prst="trapezoid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17532" y="2822204"/>
            <a:ext cx="190195" cy="190195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2474001" y="2822204"/>
            <a:ext cx="190195" cy="190195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65081" y="2869753"/>
            <a:ext cx="95098" cy="950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21549" y="2869753"/>
            <a:ext cx="95098" cy="950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914400"/>
            <a:ext cx="5212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Sót nguy hiểm hơn thừa — nhưng thừa quá nhiều cũng nguy hiểm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漏掉比多框危險，可是多框太多也危險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Khoanh thừa: xe phanh thêm một lần. Bỏ sót: xe đâm vào. Nhưng nếu thừa quá nhiều, xe phanh liên tục, xe phía sau có thể đâm vào mình.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多框：車子多煞一次。漏掉：車子撞上去。可是多框太多，車子一直亂煞，後面的車可能追撞。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054209" y="365760"/>
            <a:ext cx="1586871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2225" y="384048"/>
            <a:ext cx="14039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chuông báo cháy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火災警報器</a:t>
            </a:r>
            <a:endParaRPr lang="en-US" sz="950" dirty="0"/>
          </a:p>
        </p:txBody>
      </p:sp>
      <p:pic>
        <p:nvPicPr>
          <p:cNvPr id="18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ở đâu · 錯在哪裡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khung «thừa» thật ra có cọc tiêu: đáp án cũng sót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52 個「多框」其實真的有三角錐：答案也會漏標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4277" y="1371600"/>
            <a:ext cx="785544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erro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565" y="1389888"/>
            <a:ext cx="7818870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門檻 0.25 · 17 張測試照片 · 上：漏掉的 10 個全部 · 中、下：多框的，各挑分數最高的 10 個 · 中間那一排的 52 個我一個一個看過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lỗi → bổ sung → huấn luyện lại → kiểm tra lại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找出錯的 → 補資料 → 再訓練 → 再考一次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957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957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lỗi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找出錯的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Cọc tiêu ở mép ảnh bị sót; đáp án sót 52 cái.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照片邊邊的三角錐漏掉；答案漏標 52 個。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60604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8269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sung, sửa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補資料、修答案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405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ảnh thành phố khác, ban đêm, trời mưa. Sửa đáp án bị sót.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補其他城市、晚上、下雨的照片。把漏標的答案補上。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70916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8581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8581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lại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再訓練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lại từ mô hình đã học, chọn vòng tốt nhất bằng thi thử.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一樣從練好的模型開始，用模擬考挑最好的一輪。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1228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8893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8893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029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lại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再考一次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029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ảnh mô hình chưa từng thấy. Lại tìm lỗi mới.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用模型沒看過的照片考。再找新的錯。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0050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công ty xe tự lái lặp vòng này hàng trăm lần — gọi là «data engine».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自駕車公司把這個循環跑幾百次，叫做「資料引擎」（data engine）。</a:t>
            </a:r>
            <a:endParaRPr lang="en-US" sz="1250" dirty="0"/>
          </a:p>
        </p:txBody>
      </p:sp>
      <p:pic>
        <p:nvPicPr>
          <p:cNvPr id="28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Thảo luận · 討論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đường Hà Nội, Đài Loan: mô hình này sẽ sai ở đâu?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拿到河內、台灣的路上，這個模型會錯在哪裡？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 chỉ học 30 ảnh ban ngày ở một con đường Singapore. Ban đêm, trời mưa thì sao?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它只學過新加坡一段路、白天的 30 張。晚上、下雨呢？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Cọc tiêu bị xe máy che mất một nửa thì sao?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三角錐被機車擋住一半呢？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thứ gì màu cam khác mà nó có thể nhầm là cọc tiêu?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路上有沒有其他橘色的東西，它可能會當成三角錐？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cần nhớ của tiết này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這一節要記住的三句話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 luận: 19.320 lần đoán → ngưỡng → bỏ trùng (NMS) → vài khung. Mỗi ảnh khoảng 0,01 giây trên MacBook.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推論：19,320 個猜測 → 門檻 → 刪重複（NMS）→ 剩幾個框。MacBook 上一張約 0.01 秒。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47817"/>
            <a:ext cx="45720" cy="67271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611241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= đúng ÷ đã khoanh; độ bao phủ = đúng ÷ có thật. Ngưỡng cao lên thì thừa ít, sót nhiều.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精確度＝框對 ÷ 框了幾個；召回率＝框對 ÷ 真的有幾個。門檻愈高，多框愈少、漏掉愈多。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21698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485122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số chỉ tốt bằng đáp án. Xem từng lỗi, bổ sung dữ liệu, huấn luyện lại — vòng lặp dữ liệu.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分數只跟答案一樣準。一個一個看錯在哪、補資料、再訓練，這就是資料引擎。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2026-10-29T08:41:14Z</dcterms:created>
  <dcterms:modified xsi:type="dcterms:W3CDTF">2026-10-29T08:41:14Z</dcterms:modified>
</cp:coreProperties>
</file>