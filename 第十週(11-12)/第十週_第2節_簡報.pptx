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讓大家知道訓練的時候，模型每一輪在做什麼：先猜，再跟標準答案比，算出錯多少，然後把參數改一點點；而且練得愈久不一定愈好，要用模擬考挑出最好的一輪。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第一節把課本準備好了：30 張照片、282 個三角錐，分好三組，也知道每一輪會隨機變出不同的樣子。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這一節開始上課，也就是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訓練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。第八週講過，機器學習就是「猜、對答案、改一點點，重複很多次」。今天把這四個字拆開來，一個一個看真的模型怎麼做。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讓大家知道，30 張照片從零開始練，模型什麼都學不會；所以實際的做法，是從一個已經用大量照片練好的模型開始，再教它新的東西。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先回答一個問題：只有 30 張照片，夠嗎？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我真的試過。拿一個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從零開始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的模型，也就是裡面的參數全部是亂數，什麼都還沒學過，用 30 張照片教它認車和行人，練 50 輪。然後拿 10 張它沒看過的照片考它，照片裡車、行人、機車和腳踏車一共 53 個。結果，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框對 0 個。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30 張照片，對一個什麼都不會的模型來說太少了。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第八週講過，模型的第一層學的是最小的「筆畫」：邊、角、顏色；後面的層再把筆畫組成輪子、車窗、人的形狀。這些筆畫，要看過非常多張照片才學得起來。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所以實際的做法是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。第一節那個原版模型，已經用 COCO 的十一萬多張照片練過，邊、角、顏色、形狀它都會看了。我們從它開始，只要再教它一樣新東西：三角錐。這個做法叫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遷移學習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，也有人叫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微調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就像學騎機車。一個從來沒騎過腳踏車的人，要先學平衡、學轉彎，學很久。一個會騎腳踏車的人，平衡已經會了，只要再學油門和煞車，很快就上手。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 YOLO 這一類的模型怎麼找東西：它把照片切成很多格子，每一格都猜一次「這裡有沒有東西、框多大」；一張照片總共猜了一萬九千多次。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第八週講過，YOLO 的意思是「只看一次」。它怎麼只看一次就找到所有的三角錐？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第一步，縮小照片。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原本 1600 × 900 的照片，縮到 1280 寬。高度補到 736，因為模型需要 32 的倍數。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第二步，切格子。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動畫裡畫的是最粗的一層：每一格 32 個像素，橫的 40 格、直的 23 格，一共 920 格。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第三步，誰負責猜？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看亮起來的格子。每一個三角錐的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中心點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落在哪一格，就由那一格負責猜它：框的位置、框的大小，還有一個分數，表示「這裡是三角錐」它有多少把握。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格子這麼粗，遠處的小三角錐怎麼辦？所以模型其實有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三層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格子：一層很細，每格 8 個像素，專門找小東西；一層中等；一層很粗，找大東西。三層加起來：14,720 加 3,680 加 920，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一共 19,320 個猜測。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每一張照片，模型都同時做完這 19,320 個猜測，這就是「只看一次」。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讓大家知道模型對答案時算的是什麼：框的位置跟答案差多少，分數跟答案差多少；兩個加起來是一個數字，叫做損失，損失愈小，代表錯得愈少。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模型猜完了，接下來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對答案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。看動畫，白色虛線是標準答案，橘色的框是模型猜的。錯的程度分兩種。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第一種，位置錯多少。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用第八週學過的 IoU：兩個框重疊的面積除以合起來的面積。完全重疊是 1，完全沒碰到是 0。所以「1 減 IoU」就是位置錯多少。第 1 輪的 IoU 是 0.62，練到第 35 輪是 0.90，紅色的長條愈來愈短。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第二種，分數錯多少。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這裡明明有三角錐，答案是「有，百分之百」。模型給的分數如果只有 0.11，就錯了 0.89。第 35 輪，分數是 0.86，只錯 0.14。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兩種錯加起來，就是第八週講過的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損失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，英文叫 loss，意思就是「錯得有多嚴重」。真正的公式比這個複雜，但意思一樣：位置愈準、分數愈對，損失就愈小。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不是每一輪都進步。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9 輪，框的位置還可以，分數卻突然掉到 0.01，好像忘了；到第 13 輪又回來。訓練就是這樣，忽好忽壞，整體往好的方向走。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讓大家知道對完答案以後，模型怎麼改：它裡面有兩百六十萬個參數，每一個都往讓損失變小的方向改一點點；以及「一批」和「一輪」是什麼意思。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對完答案，知道錯多少了，接下來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改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第八週的動畫：大霧裡下山，只摸得到腳下往哪邊斜，就往下坡走一小步。那個例子，模型裡只有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數字要改，就是門檻。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今天這個模型，裡面有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2,604,883 個數字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，叫做參數。電腦會算出每一個數字「往大一點還是往小一點，損失會變小」，然後每一個都往那個方向改一點點。兩百六十萬個數字一起走下坡，道理跟第八週那顆球一樣，只是一次走兩百六十萬個方向。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再講兩個名詞。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一批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：電腦一次看 4 張照片，算一次錯多少。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一輪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：30 張照片全部看過一遍，英文叫 epoch。30 張、一批 4 張，所以一輪是 8 批。今天練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50 輪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，等於這 30 張照片，每一張都看了 50 次，而且每一次都經過資料增強，樣子都不太一樣。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讓大家親眼看到，模型是怎麼一輪一輪變好的：一開始亂框一通，中間忽好忽壞，練到後面才穩定下來。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這是波士頓的一張測試照片，模型訓練的時候從來沒看過。動畫裡，我把每一輪練完的模型都拿來框這一張。白色虛線是答案，有 8 個三角錐；綠框是框對的，紅框是多框的。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 輪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：照片上到處都是紅框，連路面、樹都框。右邊看 17 張測試照片的總數：多框了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3,030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。它剛開始學，只知道「橘色、尖尖的可能是」，就到處亂猜。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中間幾輪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：忽好忽壞。有幾輪幾乎什麼都不框，有幾輪又到處亂框。這是正常的，就像上一張說的，訓練不是每一輪都進步。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19 輪以後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，慢慢穩定下來，紅框愈來愈少。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35 輪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：這一張 8 個三角錐全部框對，多框 4 個；17 張測試照片，90 個三角錐框對 80 個，多框 72 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最後說明一件事：第一節說過，測試照片只能在最後用一次。這裡每一輪都拿來考，是為了上課讓大家看到過程。真正在做的時候，不能這樣做，每一輪只能看驗證組的成績，下一張就是。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讓大家看懂訓練時最常看的兩條曲線：訓練組的損失會一直往下，可是驗證組的成績會先變好、再變差；所以要留驗證組成績最好的那一輪，而不是最後一輪。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這是訓練時軟體自動記下來的兩條曲線。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左邊，訓練組的損失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，就是練習題錯多少。第 1 輪是 17.6，第 20 輪 3.2，第 50 輪 2.3，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一路往下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。練習題愈做愈熟。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右邊，驗證組的成績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，就是模擬考。驗證組有 13 個三角錐，這條線是每一輪找到幾成。一開始兩、三成，中間有幾輪掉到 0，後來慢慢往上，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35 到 38 輪最高，54%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。可是再練下去，反而往下掉，第 50 輪只剩 15%。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為什麼練習題一直進步，模擬考反而退步？下一張說。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先看那條白線：第 35 輪。軟體每一輪都會算驗證組的綜合分數，自動把分數最高那一輪存起來，就是第 35 輪。後面第三節用的模型，就是這一輪。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這裡要提醒一點：驗證組只有 13 個三角錐，多找到或少找到一個，成績就差 8%，所以這條線跳得很厲害。驗證組太小，是這次實驗的限制；真正做的時候，驗證組要大很多。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讓大家知道什麼是「練過頭」：模型把訓練照片的細節背了起來，換成沒看過的照片反而做得比較差；這也是為什麼要用驗證組挑出最好的一輪。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上一張的問題：練習題一直進步，模擬考為什麼退步？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想像一個同學準備考試，只寫同一本考古題。寫第一遍，他學到觀念；寫到第十遍，他已經記得「第 3 題答案是 B」「第 7 題答案是 C」。考古題他每一題都對，可是期中考換了新題目，他反而不會，因為他記的是答案，不是觀念。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模型也會這樣。30 張照片看了 50 次以後，它開始記住這 30 張照片的細節：新加坡那段路的顏色、那幾個三角錐擺的位置。它在練習題上錯得愈來愈少，可是換到波士頓的照片，就認不太出來了。這叫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過度擬合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，英文叫 overfitting。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所以我們留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35 輪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，不留最後一輪。拿測試照片驗證一下：90 個三角錐，第 35 輪框對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80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，第 49 輪只框對 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66 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。不過也要老實說，第 49 輪多框的也比較少，從 72 個降到 28 個，它變得比較保守：沒把握的就不框。這種「框得少、也漏得多」的取捨，第三節會再談。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防止練過頭的方法：照片多一點、資料增強多一點、用驗證組看什麼時候該停。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讓大家看到，同一個模型，訓練的條件不一樣，結果差很多；照片的數量和照片縮到多大，都會影響模型學得好不好。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我用同樣的 17 張測試照片，比較了幾種訓練條件。照片裡一共 90 個三角錐。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第一列，原版模型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：沒教過，90 個框到 0 個。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第二列，只用 5 張照片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練：框對 32 個，可是多框了 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587 個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。5 張照片，它只學到「橘色的東西大概是」，所以看到橘色就框。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第三列，30 張照片，但是照片縮到 640 寬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：只框對 34 個。為什麼這麼差？因為三角錐很小。原本照片上，遠處的三角錐只有十幾個像素高，縮到 640，就只剩 5 個像素左右，連人都很難看出那是三角錐。第八週也講過：行人在 45 公尺外，縮到 640 以後只剩 19 個像素，就容易漏。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第四列，30 張照片，縮到 1280 寬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：框對 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80 個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，多框 72 個。這就是前面一直在看的那個模型。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所以兩個結論：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照片多一點有用；照片不要縮得太小，小東西才看得到。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代價是時間：縮到 1280，練一次要 160 秒，比 640 多了快一倍。在一台 MacBook 上這還算快；真正的公司用幾百萬張照片，就要很多台電腦算好幾天。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讓大家知道訓練不一定會讓模型變好：拿很少的照片，去重教模型原本就會的東西，它可能反而把原本會的忘掉；自己訓練最值得做的，是教它原本不會的東西。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三角錐是原版模型不會的。那如果拿它原本就會的東西，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車和行人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，再教一次呢？我也試了。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訓練照片 30 張，從 nuScenes 七段不同的影片裡挑的，裡面有 107 台車、30 個行人。測試照片 10 張：波士頓白天的斑馬線，加上新加坡晚上剛下過雨的路口。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第一列，原版模型，什麼都不做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：車框對 13 台，行人 13 個。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第二列，從零開始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：全部是 0，這一節第二張講過。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第三列，從原版模型開始，用 30 張微調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：車還有 11 台，可是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行人從 13 個掉到 0 個。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它原本會認人，被我們用 30 張照片「教」了以後，反而不會了。因為這 30 張裡只有 30 個行人，太少；模型為了把這 30 張練好，把原本從十一萬張照片學來的東西改掉了。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第四列，用 282 張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：行人回到 7 個，還是比原版的 13 個差。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這告訴我們兩件事。第一，訓練不是一定會變好，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資料太少，可能把原本會的教壞。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第二，自己訓練最值得做的，是像三角錐這樣，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教它原本不會的東西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。像越南路上的三輪貨車，COCO 和 nuScenes 都沒有這一類，這就是值得自己收資料、自己訓練的地方。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讓大家把今天學的訓練步驟，用在一個自己熟悉的例子上，想一想真的要教模型一樣新東西，要準備什麼。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越南的路上有很多三輪貨車，越南話叫 xe ba gác。國外的資料集裡沒有這一類，現成的模型不認得。如果要教它，要準備什麼？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第一題，要幾張照片？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今天三角錐用 30 張，框對 80 個、多框 72 個，還不夠好。三輪貨車的樣子比三角錐變化大得多：載的東西不一樣，從前面、側面、後面看都不一樣。所以至少要幾百張，而且要白天、晚上、下雨都拍，不同的城市、不同的路都拍。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第二題，怎麼分組？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整段影片分在同一組。最好測試組用另一個城市，或另一天拍的影片；就像今天練習題在新加坡、考試在波士頓。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第三題，從零開始還是從練好的模型開始？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從練好的模型開始。今天看到，30 張從零開始，什麼都學不會。從練好的模型開始，它已經會看邊、角、形狀，只要再教「三輪貨車」這一樣。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另外，記得照片不要縮得太小，遠處的車才看得到；練的時候要看驗證組的成績，挑最好的那一輪。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這一節的目的回顧：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三句話。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每一輪在做什麼？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把照片切成格子，每一格都猜，一張照片猜 19,320 次；跟答案比，算位置錯多少、分數錯多少；然後 260 萬個參數，每一個都往錯少一點的方向改一點點。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不要從零開始。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從一個已經用大量照片練好的模型微調。自己訓練最值得做的，是教它原本不會的東西，像今天的三角錐。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練過頭就是背答案。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練習題愈來愈好，模擬考反而變差。所以留驗證組成績最好的那一輪，今天是第 35 輪。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模型練好了。休息十分鐘，第三節拿它來框新的照片，替它打分數。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10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51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Huấn luyện: mô hình học từng vòng như thế nào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訓練：模型怎麼一輪一輪學會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3233138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433613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ô để đoán, so đáp án, sửa tham số, chọn vòng tốt nhất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切格子猜、對答案、改參數、挑最好的一輪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第十週 第 2 節　2026/11/12（四）10:10–11:00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xuất phát · 起點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" y="2384755"/>
            <a:ext cx="570586" cy="570586"/>
          </a:xfrm>
          <a:prstGeom prst="roundRect">
            <a:avLst>
              <a:gd name="adj" fmla="val 19231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981700" y="2517892"/>
            <a:ext cx="304312" cy="304312"/>
          </a:xfrm>
          <a:prstGeom prst="roundRect">
            <a:avLst>
              <a:gd name="adj" fmla="val 30048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3661" y="2251619"/>
            <a:ext cx="76078" cy="133137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43661" y="2955341"/>
            <a:ext cx="76078" cy="133137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5427" y="2479853"/>
            <a:ext cx="133137" cy="76078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19149" y="2479853"/>
            <a:ext cx="133137" cy="76078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5817" y="2251619"/>
            <a:ext cx="76078" cy="133137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95817" y="2955341"/>
            <a:ext cx="76078" cy="133137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5427" y="2632009"/>
            <a:ext cx="133137" cy="76078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19149" y="2632009"/>
            <a:ext cx="133137" cy="76078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47973" y="2251619"/>
            <a:ext cx="76078" cy="133137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47973" y="2955341"/>
            <a:ext cx="76078" cy="133137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15427" y="2784165"/>
            <a:ext cx="133137" cy="76078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19149" y="2784165"/>
            <a:ext cx="133137" cy="76078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609344" y="24871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 rot="3000000">
            <a:off x="1960474" y="2727107"/>
            <a:ext cx="323332" cy="123627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Shape 18"/>
          <p:cNvSpPr/>
          <p:nvPr/>
        </p:nvSpPr>
        <p:spPr>
          <a:xfrm rot="-2520000">
            <a:off x="2150669" y="2612989"/>
            <a:ext cx="589605" cy="123627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29000" y="914400"/>
            <a:ext cx="5212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bắt đầu từ số 0: mượn mô hình đã học 11,8 vạn ảnh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不是從零開始：借一個已經看過 11.8 萬張照片的模型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thật: học từ đầu bằng 30 ảnh, ảnh kiểm tra có 53 xe, người, xe hai bánh — khoanh đúng 0. Bắt đầu từ mô hình COCO: nó đã biết cạnh, góc, màu, hình dạng — chỉ cần dạy thêm «cọc tiêu».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實測：30 張從零開始練，測試照片裡車、行人、兩輪車共 53 個，框對 0 個。從 COCO 練好的模型開始：它已經會看邊、角、顏色、形狀，只要再教「三角錐」這一樣。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6026995" y="365760"/>
            <a:ext cx="2614085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55011" y="384048"/>
            <a:ext cx="2431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đi xe đạp rồi mới học xe máy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會騎腳踏車，再學騎機車</a:t>
            </a:r>
            <a:endParaRPr lang="en-US" sz="950" dirty="0"/>
          </a:p>
        </p:txBody>
      </p:sp>
      <p:pic>
        <p:nvPicPr>
          <p:cNvPr id="25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đoán thế nào · 模型怎麼猜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ảnh thành ô, ô nào cũng đoán: 19.320 lần cho một ảnh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把照片切成格子，每一格都猜：一張照片猜 19,320 次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gri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scene-0655 #27（測試照片）· 畫面上只畫最粗的一層（每格 32 像素）· 琥珀色的框是第 35 輪模型的結果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đáp án · 對答案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đáp án: vị trí sai bao nhiêu, điểm sai bao nhiêu — cộng lại là «loss»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對答案：位置錯多少、分數錯多少，加起來就是「損失」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match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scene-0061 #28（訓練照片）中間那個三角錐 · 每一輪取和答案重疊最多的那個框 · 「1 − IoU」「1 − 分數」是簡化的說法，實際公式比較複雜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tham số · 改參數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2164" y="2244852"/>
            <a:ext cx="850392" cy="850392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1510589" y="2443277"/>
            <a:ext cx="453542" cy="453542"/>
          </a:xfrm>
          <a:prstGeom prst="roundRect">
            <a:avLst>
              <a:gd name="adj" fmla="val 20161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53896" y="2046427"/>
            <a:ext cx="113386" cy="198425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53896" y="3095244"/>
            <a:ext cx="113386" cy="198425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3739" y="2386584"/>
            <a:ext cx="198425" cy="113386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62556" y="2386584"/>
            <a:ext cx="198425" cy="113386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80667" y="2046427"/>
            <a:ext cx="113386" cy="198425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80667" y="3095244"/>
            <a:ext cx="113386" cy="198425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13739" y="2613355"/>
            <a:ext cx="198425" cy="113386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62556" y="2613355"/>
            <a:ext cx="198425" cy="113386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07438" y="2046427"/>
            <a:ext cx="113386" cy="198425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907438" y="3095244"/>
            <a:ext cx="113386" cy="198425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13739" y="2840126"/>
            <a:ext cx="198425" cy="113386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162556" y="2840126"/>
            <a:ext cx="198425" cy="113386"/>
          </a:xfrm>
          <a:prstGeom prst="rect">
            <a:avLst/>
          </a:prstGeom>
          <a:solidFill>
            <a:srgbClr val="0B1F3A">
              <a:alpha val="7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29000" y="914400"/>
            <a:ext cx="5212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tham số: 2,6 triệu con số, mỗi số sửa một chút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改參數：260 萬個數字，每一個都改一點點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Giống tuần 8: tính hướng làm «sai» giảm, rồi đi một bước nhỏ. Mỗi lô 4 ảnh; xem hết 30 ảnh một lượt là một vòng (epoch). Hôm nay học 50 vòng.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跟第八週一樣：算出往哪邊改會錯得比較少，走一小步。一批 4 張；30 張全部看過一遍，叫一輪。今天練 50 輪。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540602" y="365760"/>
            <a:ext cx="2100478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68618" y="384048"/>
            <a:ext cx="1917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xuống núi trong sương mù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大霧裡下山</a:t>
            </a:r>
            <a:endParaRPr lang="en-US" sz="950" dirty="0"/>
          </a:p>
        </p:txBody>
      </p:sp>
      <p:pic>
        <p:nvPicPr>
          <p:cNvPr id="22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Từng vòng một · 一輪一輪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ảnh kiểm tra, từ vòng 1 đến vòng 49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同一張測試照片：第 1 輪到第 49 輪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epoch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scene-0655 #27（測試照片，訓練時沒看過）· 白色虛線＝標準答案、綠＝框對、紅＝多框 · 分數門檻 0.25 · 為了教學，每一輪都拿測試照片考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tập và thi thử · 練習題和模擬考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bài tập cứ tốt lên; điểm thi thử tăng rồi lại giảm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練習題愈做愈好；模擬考成績先升、後降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20741" y="1371600"/>
            <a:ext cx="710251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十週(11-12)/src/img/w10_curv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029" y="1389888"/>
            <a:ext cx="7065941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訓練紀錄（results.csv）：左＝訓練組的損失（框＋類別）；右＝驗證組 8 張、13 個三角錐，找到幾成（召回率）· 白線＝驗證組綜合分數最高的一輪</a:t>
            </a:r>
            <a:endParaRPr lang="en-US" sz="850" dirty="0"/>
          </a:p>
        </p:txBody>
      </p:sp>
      <p:pic>
        <p:nvPicPr>
          <p:cNvPr id="8" name="Image 1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quá lâu · 練過頭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0524" y="2251619"/>
            <a:ext cx="646664" cy="836859"/>
          </a:xfrm>
          <a:prstGeom prst="roundRect">
            <a:avLst>
              <a:gd name="adj" fmla="val 8484"/>
            </a:avLst>
          </a:prstGeom>
          <a:solidFill>
            <a:srgbClr val="FFFFFF">
              <a:alpha val="0"/>
            </a:srgbClr>
          </a:solidFill>
          <a:ln w="3175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622" y="2422794"/>
            <a:ext cx="456468" cy="47549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5622" y="2555931"/>
            <a:ext cx="456468" cy="47549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5622" y="2689068"/>
            <a:ext cx="456468" cy="47549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5622" y="2822204"/>
            <a:ext cx="456468" cy="47549"/>
          </a:xfrm>
          <a:prstGeom prst="rect">
            <a:avLst/>
          </a:prstGeom>
          <a:solidFill>
            <a:srgbClr val="0B1F3A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05622" y="2955341"/>
            <a:ext cx="228234" cy="47549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09344" y="248716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903415" y="2289658"/>
            <a:ext cx="874898" cy="760781"/>
          </a:xfrm>
          <a:prstGeom prst="triangle">
            <a:avLst/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2302825" y="2555931"/>
            <a:ext cx="76078" cy="2472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293315" y="2860243"/>
            <a:ext cx="95098" cy="950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914400"/>
            <a:ext cx="5212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quá lâu = học thuộc lòng: bài tập tốt hơn, đề mới lại kém đi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練過頭＝背答案：練習題更熟，新題目反而變差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vòng 35 (thi thử tốt nhất). Ảnh kiểm tra có 90 cọc tiêu: vòng 35 khoanh đúng 80, vòng 49 chỉ còn 66.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留第 35 輪（模擬考最好的那一輪）。測試照片有 90 個三角錐：第 35 輪框對 80 個，第 49 輪只剩 66 個。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054209" y="365760"/>
            <a:ext cx="1586871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2225" y="384048"/>
            <a:ext cx="14039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thuộc đề cũ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背考古題</a:t>
            </a:r>
            <a:endParaRPr lang="en-US" sz="950" dirty="0"/>
          </a:p>
        </p:txBody>
      </p:sp>
      <p:pic>
        <p:nvPicPr>
          <p:cNvPr id="18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ba cách huấn luyện, cùng 17 ảnh kiểm tra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三種訓練條件比一比：同樣 17 張測試照片、90 個三角錐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4592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Cách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Thời gian (MacBook)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訓練時間（MacBook）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Khoanh đúng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框對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Khoanh thừa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hình gốc COCO (chưa dạy cọc tiêu)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原版 COCO 模型（沒教過三角錐）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90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ảnh, thu nhỏ còn 1280 rộng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 張照片，縮到 1280 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 giây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79 秒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/ 90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ảnh, thu nhỏ còn 640 rộng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30 張照片，縮到 640 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 giây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95 秒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 / 90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ảnh, thu nhỏ còn 1280 rộng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30 張照片，縮到 1280 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 giây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160 秒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/ 90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39171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ảnh hơn thì tốt hơn. Ảnh thu nhỏ quá thì cọc tiêu ở xa chỉ còn vài điểm ảnh — không nhìn ra.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照片多一點有用。照片縮得太小，遠處的三角錐只剩幾個像素，根本看不出來。</a:t>
            </a:r>
            <a:endParaRPr lang="en-US" sz="1200" dirty="0"/>
          </a:p>
        </p:txBody>
      </p:sp>
      <p:pic>
        <p:nvPicPr>
          <p:cNvPr id="6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lại xe và người bằng ít ảnh thì sao?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車和行人原本就會：用少量照片再教一次，會怎樣？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64592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Cách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 (19)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車（19）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đi bộ (30)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行人（30）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 hai bánh (4)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兩輪（4）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hình gốc COCO, không dạy thêm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原版 COCO 模型，不再教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ảnh, học từ số 0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30 張，從零開始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ảnh, tinh chỉnh từ COCO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30 張，從 COCO 微調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 ảnh, tinh chỉnh từ COCO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282 張，從 COCO 微調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39171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lại thứ đã biết bằng ít ảnh: mô hình quên người đi bộ. Tự huấn luyện đáng nhất khi dạy thứ mới.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用很少的照片重教已經會的東西，反而把行人忘了。自己訓練最值得的，是教它原本不會的東西。</a:t>
            </a:r>
            <a:endParaRPr lang="en-US" sz="1200" dirty="0"/>
          </a:p>
        </p:txBody>
      </p:sp>
      <p:pic>
        <p:nvPicPr>
          <p:cNvPr id="6" name="Image 0" descr="/Users/tsengchenghsun/Class/carClass/Claude outputs/第十週(11-1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Thảo luận · 討論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mô hình nhận ra «xe ba gác»: cần chuẩn bị gì?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要教模型認得越南的三輪貨車（xe ba gác），要準備什麼？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bao nhiêu ảnh? Chụp ở đâu, lúc nào?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要幾張照片？在哪裡拍、什麼時候拍？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nhóm huấn luyện và kiểm tra thế nào để không «lộ đề»?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訓練組、測試組要怎麼分，才不會「洩題」？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từ số 0, hay từ mô hình đã học? Vì sao?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從零開始，還是從已經練好的模型開始？為什麼？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cần nhớ của tiết này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這一節要記住的三句話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vòng: chia ô để đoán (19.320 lần một ảnh), so đáp án (vị trí, điểm), sửa 2,6 triệu tham số một chút.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每一輪：切格子猜（一張 19,320 次）、對答案（位置、分數）、260 萬個參數各改一點點。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47817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611241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bắt đầu từ số 0: tinh chỉnh từ mô hình đã học. Đáng nhất là dạy thứ nó chưa biết.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不從零開始：從練好的模型微調。最值得的是教它原本不會的東西。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361049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324473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quá lâu = học thuộc lòng. Giữ vòng có điểm thi thử (kiểm định) tốt nhất.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練過頭＝背答案。留模擬考（驗證組）成績最好的那一輪。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2026-10-29T08:41:14Z</dcterms:created>
  <dcterms:modified xsi:type="dcterms:W3CDTF">2026-10-29T08:41:14Z</dcterms:modified>
</cp:coreProperties>
</file>