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看的時候注意一件事：那個假人腳踏車，是用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3506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0131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0806" y="2870210"/>
            <a:ext cx="53108" cy="111100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1715453" y="2578574"/>
            <a:ext cx="43814" cy="9165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720100" y="2286937"/>
            <a:ext cx="34520" cy="72215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1724747" y="1995301"/>
            <a:ext cx="25226" cy="5277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" y="1425915"/>
            <a:ext cx="221284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227520" y="1821430"/>
            <a:ext cx="860355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482440" y="2310268"/>
            <a:ext cx="89222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100060" y="2799106"/>
            <a:ext cx="82849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525464" y="1785878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907844" y="2274716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334274" y="2763555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622" y="2718043"/>
            <a:ext cx="2911084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89" y="2256519"/>
            <a:ext cx="1039673" cy="4782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1498665" y="2352168"/>
            <a:ext cx="353489" cy="28695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47229" y="2495643"/>
            <a:ext cx="415869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06644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1825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836377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078968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09656" y="2162044"/>
            <a:ext cx="155951" cy="240933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5568" y="2004510"/>
            <a:ext cx="166800" cy="16680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078968" y="2829243"/>
            <a:ext cx="0" cy="185333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5800" y="3273552"/>
            <a:ext cx="3538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ý: con búp bê xe đạp chạy ra ở đúng một tốc độ, đúng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注意看：那個假人腳踏車是用固定的速度、固定的位置衝出來的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3506" y="1695298"/>
            <a:ext cx="1327709" cy="1327709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6445" y="2306044"/>
            <a:ext cx="1141830" cy="106217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684252" y="2359152"/>
            <a:ext cx="106217" cy="570915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04589" y="2226381"/>
            <a:ext cx="265542" cy="26554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082564" y="1814791"/>
            <a:ext cx="398313" cy="39831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82564" y="1814791"/>
            <a:ext cx="398313" cy="39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2026-09-23T02:29:57Z</dcterms:created>
  <dcterms:modified xsi:type="dcterms:W3CDTF">2026-09-23T02:29:57Z</dcterms:modified>
</cp:coreProperties>
</file>