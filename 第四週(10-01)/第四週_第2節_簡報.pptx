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會有人說安全，也會有人說不一定。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我們回頭看第一章那個數字。這就是為什麼需要一百一十億英里——因為你得靠「跑很多」來換「碰巧遇到」。這太沒效率了。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英文叫 scenario。。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答案是看得懂。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講一個實際的例子。Waymo 的工程師每次安全員介入，都要寫一句話描述發生了什麼事。那一句話就是功能場景。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這題有點難，大家先想一下。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這句話我寫在白板上。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請大家看著自己的螢幕對照一次，這比我講十遍有用。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看的時候注意一件事：Euro NCAP 的測試規程裡，那個假人腳踏車是用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答案是危險。這就呼應第一節講的「模擬能做真實做不到的事」——在真實世界裡，他們是用假人來達到類似的效果。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答案是沒有。它有「一台機車」的場景，而且是二〇二三年才加進去的。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這一句我想聽大家自己說出「不一定」，那就是下一段要講的事。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答案是：明確、大家都要做、可以比較。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這題比較難，我給一點提示。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它的做法是這樣。測試車在路上跑，車上有安全員。只要安全員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大家想一下。答案是：安全員介入代表「有一個人覺得這台車做得不夠好」，那正是你最想蒐集的東西。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我補一個今年的發展。Waymo 在二〇二六年二月發表了一套生成式的模擬模型，建立在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規模的數字也值得記一下：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。拿來跟第一章那個一百一十億英里對照——用模擬，一千多天就跑完了；用真車，要五百年。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先看左邊，現成的場景庫，一萬個以上的場景，完整、驗證過、拿來就能用。聽起來很夠了。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先看法規標準。Euro NCAP 有「一台機車」，二〇二三年才加的，沒有「十二台圍著你」。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再看事故資料庫。GIDAS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最後看實路收集。Waymo 是在鳳凰城和舊金山收集的，那裡也沒有機車海。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我在白板上寫出來，讓大家看清楚一句話怎麼變成四個範圍。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我再示範一個。第七段「圓環，沒有號誌」，可以寫成：進入速度十到二十五公里、同時進入兩到六台、讓與不讓的機率各半。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回家作業是這樣：挑一個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這一題下週要收，它會影響各位期末專題的起手式。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160629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316554"/>
            <a:ext cx="5528250" cy="64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794718" y="1378914"/>
            <a:ext cx="421601" cy="987801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427119" y="1378914"/>
            <a:ext cx="421601" cy="987801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00639" y="2278519"/>
            <a:ext cx="42160" cy="8819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2304328" y="2047003"/>
            <a:ext cx="34782" cy="7276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2308017" y="1815487"/>
            <a:ext cx="27404" cy="57328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2311706" y="1583971"/>
            <a:ext cx="20026" cy="41893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43383" y="1131964"/>
            <a:ext cx="1756671" cy="282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966459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1830" dirty="0"/>
          </a:p>
        </p:txBody>
      </p:sp>
      <p:sp>
        <p:nvSpPr>
          <p:cNvPr id="12" name="Text 10"/>
          <p:cNvSpPr txBox="1"/>
          <p:nvPr/>
        </p:nvSpPr>
        <p:spPr>
          <a:xfrm>
            <a:off x="3664629" y="1837353"/>
            <a:ext cx="4137614" cy="101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990" dirty="0"/>
          </a:p>
        </p:txBody>
      </p:sp>
      <p:sp>
        <p:nvSpPr>
          <p:cNvPr id="13" name="Shape 11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99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710" dirty="0"/>
          </a:p>
        </p:txBody>
      </p:sp>
      <p:sp>
        <p:nvSpPr>
          <p:cNvPr id="18" name="Text 14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330" dirty="0"/>
          </a:p>
        </p:txBody>
      </p:sp>
      <p:sp>
        <p:nvSpPr>
          <p:cNvPr id="7" name="Text 4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9171" y="1377753"/>
            <a:ext cx="765096" cy="990124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1685" y="1580278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051685" y="1737798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51685" y="1895317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051685" y="2052837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051685" y="2210357"/>
            <a:ext cx="270034" cy="5625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916982" y="1445944"/>
            <a:ext cx="682994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119350" y="1834008"/>
            <a:ext cx="708290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815798" y="2222073"/>
            <a:ext cx="657697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2153505" y="1417721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457058" y="1805785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2001729" y="2193850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889360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091728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94097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496465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889360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091728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94097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496465" y="1819897"/>
            <a:ext cx="105836" cy="10583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5271" y="1872815"/>
            <a:ext cx="22766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889360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1728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94097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496465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1830" dirty="0"/>
          </a:p>
        </p:txBody>
      </p:sp>
      <p:sp>
        <p:nvSpPr>
          <p:cNvPr id="21" name="Text 1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99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710" dirty="0"/>
          </a:p>
        </p:txBody>
      </p:sp>
      <p:sp>
        <p:nvSpPr>
          <p:cNvPr id="27" name="Text 2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1114123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4490" y="221304"/>
            <a:ext cx="6155021" cy="63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16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1660" dirty="0"/>
          </a:p>
        </p:txBody>
      </p:sp>
      <p:sp>
        <p:nvSpPr>
          <p:cNvPr id="3" name="Shape 1"/>
          <p:cNvSpPr/>
          <p:nvPr/>
        </p:nvSpPr>
        <p:spPr>
          <a:xfrm>
            <a:off x="1494490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271359" y="1138442"/>
            <a:ext cx="359619" cy="359619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71359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1591310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060" dirty="0"/>
          </a:p>
        </p:txBody>
      </p:sp>
      <p:sp>
        <p:nvSpPr>
          <p:cNvPr id="7" name="Text 5"/>
          <p:cNvSpPr txBox="1"/>
          <p:nvPr/>
        </p:nvSpPr>
        <p:spPr>
          <a:xfrm>
            <a:off x="1591310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870" dirty="0"/>
          </a:p>
        </p:txBody>
      </p:sp>
      <p:sp>
        <p:nvSpPr>
          <p:cNvPr id="8" name="Text 6"/>
          <p:cNvSpPr txBox="1"/>
          <p:nvPr/>
        </p:nvSpPr>
        <p:spPr>
          <a:xfrm>
            <a:off x="3407848" y="1691702"/>
            <a:ext cx="207473" cy="276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3615321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92190" y="1138442"/>
            <a:ext cx="359619" cy="359619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92190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712141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060" dirty="0"/>
          </a:p>
        </p:txBody>
      </p:sp>
      <p:sp>
        <p:nvSpPr>
          <p:cNvPr id="13" name="Text 11"/>
          <p:cNvSpPr txBox="1"/>
          <p:nvPr/>
        </p:nvSpPr>
        <p:spPr>
          <a:xfrm>
            <a:off x="3712141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870" dirty="0"/>
          </a:p>
        </p:txBody>
      </p:sp>
      <p:sp>
        <p:nvSpPr>
          <p:cNvPr id="14" name="Text 12"/>
          <p:cNvSpPr txBox="1"/>
          <p:nvPr/>
        </p:nvSpPr>
        <p:spPr>
          <a:xfrm>
            <a:off x="5528679" y="1691702"/>
            <a:ext cx="207473" cy="276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440" dirty="0"/>
          </a:p>
        </p:txBody>
      </p:sp>
      <p:sp>
        <p:nvSpPr>
          <p:cNvPr id="15" name="Shape 13"/>
          <p:cNvSpPr/>
          <p:nvPr/>
        </p:nvSpPr>
        <p:spPr>
          <a:xfrm>
            <a:off x="5736152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3022" y="1138442"/>
            <a:ext cx="359619" cy="359619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3022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5832972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060" dirty="0"/>
          </a:p>
        </p:txBody>
      </p:sp>
      <p:sp>
        <p:nvSpPr>
          <p:cNvPr id="19" name="Text 17"/>
          <p:cNvSpPr txBox="1"/>
          <p:nvPr/>
        </p:nvSpPr>
        <p:spPr>
          <a:xfrm>
            <a:off x="5832972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870" dirty="0"/>
          </a:p>
        </p:txBody>
      </p:sp>
      <p:sp>
        <p:nvSpPr>
          <p:cNvPr id="20" name="Text 18"/>
          <p:cNvSpPr txBox="1"/>
          <p:nvPr/>
        </p:nvSpPr>
        <p:spPr>
          <a:xfrm>
            <a:off x="1494490" y="3171673"/>
            <a:ext cx="6155021" cy="428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9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97112" y="96821"/>
            <a:ext cx="622418" cy="193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680" dirty="0"/>
          </a:p>
        </p:txBody>
      </p:sp>
      <p:sp>
        <p:nvSpPr>
          <p:cNvPr id="24" name="Text 20"/>
          <p:cNvSpPr txBox="1"/>
          <p:nvPr/>
        </p:nvSpPr>
        <p:spPr>
          <a:xfrm>
            <a:off x="1840277" y="96821"/>
            <a:ext cx="1521466" cy="193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2204" y="293914"/>
            <a:ext cx="653959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040" dirty="0"/>
          </a:p>
        </p:txBody>
      </p:sp>
      <p:sp>
        <p:nvSpPr>
          <p:cNvPr id="3" name="Text 1"/>
          <p:cNvSpPr txBox="1"/>
          <p:nvPr/>
        </p:nvSpPr>
        <p:spPr>
          <a:xfrm>
            <a:off x="1302204" y="543741"/>
            <a:ext cx="6539593" cy="45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3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370" dirty="0"/>
          </a:p>
        </p:txBody>
      </p:sp>
      <p:sp>
        <p:nvSpPr>
          <p:cNvPr id="4" name="Shape 2"/>
          <p:cNvSpPr/>
          <p:nvPr/>
        </p:nvSpPr>
        <p:spPr>
          <a:xfrm>
            <a:off x="1302204" y="1008987"/>
            <a:ext cx="3137535" cy="206241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1339" y="2184142"/>
            <a:ext cx="2339264" cy="1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84884" y="1813274"/>
            <a:ext cx="835452" cy="384307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2102356" y="1890135"/>
            <a:ext cx="284054" cy="230585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03880" y="2005427"/>
            <a:ext cx="334180" cy="1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73053" y="1975642"/>
            <a:ext cx="208499" cy="208499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2931" y="1975642"/>
            <a:ext cx="208499" cy="208499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77303" y="1960749"/>
            <a:ext cx="194938" cy="119143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372242" y="1960749"/>
            <a:ext cx="194938" cy="119143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6545" y="1737357"/>
            <a:ext cx="125318" cy="193607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3305224" y="1610767"/>
            <a:ext cx="134036" cy="134036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372242" y="2273499"/>
            <a:ext cx="1" cy="148928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449161" y="2630533"/>
            <a:ext cx="2843621" cy="382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76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4704261" y="1008987"/>
            <a:ext cx="3137535" cy="206241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1219" y="1141248"/>
            <a:ext cx="279219" cy="279219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51219" y="1177988"/>
            <a:ext cx="27921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960" dirty="0"/>
          </a:p>
        </p:txBody>
      </p:sp>
      <p:sp>
        <p:nvSpPr>
          <p:cNvPr id="20" name="Text 18"/>
          <p:cNvSpPr txBox="1"/>
          <p:nvPr/>
        </p:nvSpPr>
        <p:spPr>
          <a:xfrm>
            <a:off x="5189220" y="1126553"/>
            <a:ext cx="2505619" cy="3380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840" dirty="0"/>
          </a:p>
        </p:txBody>
      </p:sp>
      <p:sp>
        <p:nvSpPr>
          <p:cNvPr id="21" name="Text 19"/>
          <p:cNvSpPr txBox="1"/>
          <p:nvPr/>
        </p:nvSpPr>
        <p:spPr>
          <a:xfrm>
            <a:off x="4851219" y="1493945"/>
            <a:ext cx="2843621" cy="161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72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851219" y="1640903"/>
            <a:ext cx="2843621" cy="161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851219" y="1861338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4089" y="1831947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quy định: búp bê xe đạp chạy ra ở đúng một tốc độ, một vị trí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測試規程訂死：假人腳踏車固定速度、固定位置衝出來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4851219" y="2257222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4089" y="2227830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4851219" y="2653105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4089" y="2623714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1302204" y="3159579"/>
            <a:ext cx="6539593" cy="440871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49161" y="3211014"/>
            <a:ext cx="6245679" cy="352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92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330" dirty="0"/>
          </a:p>
        </p:txBody>
      </p:sp>
      <p:sp>
        <p:nvSpPr>
          <p:cNvPr id="7" name="Text 4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6657" y="1445261"/>
            <a:ext cx="990124" cy="270034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826657" y="1737798"/>
            <a:ext cx="990124" cy="78760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939171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64199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89227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614255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04154" y="2210357"/>
            <a:ext cx="1035129" cy="101263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1830" dirty="0"/>
          </a:p>
        </p:txBody>
      </p:sp>
      <p:sp>
        <p:nvSpPr>
          <p:cNvPr id="12" name="Text 10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990" dirty="0"/>
          </a:p>
        </p:txBody>
      </p:sp>
      <p:sp>
        <p:nvSpPr>
          <p:cNvPr id="13" name="Shape 11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99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710" dirty="0"/>
          </a:p>
        </p:txBody>
      </p:sp>
      <p:sp>
        <p:nvSpPr>
          <p:cNvPr id="18" name="Text 14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04154" y="1422758"/>
            <a:ext cx="1035129" cy="900113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2276713" y="1737798"/>
            <a:ext cx="90012" cy="292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265462" y="2097843"/>
            <a:ext cx="112514" cy="11251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1830" dirty="0"/>
          </a:p>
        </p:txBody>
      </p:sp>
      <p:sp>
        <p:nvSpPr>
          <p:cNvPr id="8" name="Text 6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990" dirty="0"/>
          </a:p>
        </p:txBody>
      </p:sp>
      <p:sp>
        <p:nvSpPr>
          <p:cNvPr id="9" name="Shape 7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99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710" dirty="0"/>
          </a:p>
        </p:txBody>
      </p:sp>
      <p:sp>
        <p:nvSpPr>
          <p:cNvPr id="14" name="Text 10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94718" y="1345814"/>
            <a:ext cx="1054003" cy="1054003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68497" y="1830655"/>
            <a:ext cx="906443" cy="84320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279559" y="1872815"/>
            <a:ext cx="84320" cy="453221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16318" y="1767414"/>
            <a:ext cx="210801" cy="210801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595759" y="1440673"/>
            <a:ext cx="316201" cy="316201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95759" y="1440673"/>
            <a:ext cx="316201" cy="316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132868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987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840" dirty="0"/>
          </a:p>
        </p:txBody>
      </p:sp>
      <p:sp>
        <p:nvSpPr>
          <p:cNvPr id="5" name="Text 3"/>
          <p:cNvSpPr txBox="1"/>
          <p:nvPr/>
        </p:nvSpPr>
        <p:spPr>
          <a:xfrm>
            <a:off x="1459870" y="1472249"/>
            <a:ext cx="2580080" cy="451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150" dirty="0"/>
          </a:p>
        </p:txBody>
      </p:sp>
      <p:sp>
        <p:nvSpPr>
          <p:cNvPr id="6" name="Text 4"/>
          <p:cNvSpPr txBox="1"/>
          <p:nvPr/>
        </p:nvSpPr>
        <p:spPr>
          <a:xfrm>
            <a:off x="1459870" y="1953281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920" dirty="0"/>
          </a:p>
        </p:txBody>
      </p:sp>
      <p:sp>
        <p:nvSpPr>
          <p:cNvPr id="7" name="Text 5"/>
          <p:cNvSpPr txBox="1"/>
          <p:nvPr/>
        </p:nvSpPr>
        <p:spPr>
          <a:xfrm>
            <a:off x="145987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65889" y="1829378"/>
            <a:ext cx="612222" cy="23322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7286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0405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5448425" y="1863525"/>
            <a:ext cx="295179" cy="135782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560593" y="1890681"/>
            <a:ext cx="100361" cy="8147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9971" y="19981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802296" y="213931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640121" y="2217117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56900" y="221074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301727" y="212191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6181" y="1974424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223184" y="18077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320858" y="16666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3034" y="158886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6254" y="1595233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821428" y="16840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06974" y="183155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07807" y="1501402"/>
            <a:ext cx="1676323" cy="58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0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510405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96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733403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704011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2026-09-24T08:18:22Z</dcterms:created>
  <dcterms:modified xsi:type="dcterms:W3CDTF">2026-09-24T08:18:22Z</dcterms:modified>
</cp:coreProperties>
</file>