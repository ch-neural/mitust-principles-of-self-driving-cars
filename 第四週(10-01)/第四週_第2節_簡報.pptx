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（等學生回答。會有人說安全，有人說不一定。）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（回頭指第一章那個數字）這就是為什麼需要一百一十億英里——因為你得靠「跑很多」來換「碰巧遇到」。這太沒效率了。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（scenario）。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（預期答案：看得懂。）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（一個實務例子：Waymo 的工程師每次安全駕駛介入，都要寫一句話描述發生什麼事。那一句話就是功能場景。）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（讓學生想。這題有點難。）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（這句話值得寫在白板上。）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（讓學生看著自己的螢幕對照一次，這比講十遍有用。）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 2 分鐘。沒網路就跳過，用下面的問題討論。）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看的時候注意一件事：那個假人腳踏車，是用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（預期答案：危險。這就呼應第一節講的「模擬能做真實做不到的事」——這裡是用假人來達到類似的效果。）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（答案：沒有。它有「一台機車」的場景，二〇二三年才加的。）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（讓學生自己說出「不一定」。這是下一段的引子。）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（預期答案：明確、大家都要做、可以比較。）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（這題比較難，可以提示。）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把真實發生過的事故，還原成一個場景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（這裡可以停兩秒，不要急著往下講。）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做法是這樣：測試車在路上跑，車上有安全員。只要安全員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（讓學生想。答案是：因為安全員介入，代表「有一個人覺得這台車做得不夠好」。那正是你想蒐集的東西。）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（補一個今年的發展，如果時間夠：Waymo 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規模的數字也值得唸給學生聽：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。拿來跟第一章那個「一百一十億英里」對照——用模擬，一千多天就跑完了；用真車，要五百年。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想放影片的話：The Information 有一支三分鐘的報導，youtube.com/watch?v=93i4i9MlXx8，由 Waymo 的工程師親自說明。這支不是必播，時間不夠就跳過。）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左邊：現成的場景庫，一萬個以上的場景，完整、驗證過、拿來就能用。聽起來很夠了。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法規標準：Euro NCAP 有「一台機車」，二〇二三年加的。沒有「十二台圍著你」。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事故資料庫：GIDAS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實路收集：Waymo 在鳳凰城、舊金山收集。那裡也沒有機車海。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（停一下，然後把語氣轉過來。）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（在白板上寫出來，讓學生看清楚「一句話」怎麼變成「四個範圍」。）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（再示範一個，如果時間夠：第七段「圓環，沒有號誌」→ 進入速度十到二十五公里、同時進入兩到六台、讓與不讓的機率各半。）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（這一題下週要收，會影響期末專題的起手式。）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3506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870131" y="1736994"/>
            <a:ext cx="531084" cy="1244316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10806" y="2870210"/>
            <a:ext cx="53108" cy="111100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1715453" y="2578574"/>
            <a:ext cx="43814" cy="9165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720100" y="2286937"/>
            <a:ext cx="34520" cy="72215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1724747" y="1995301"/>
            <a:ext cx="25226" cy="5277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" y="1425915"/>
            <a:ext cx="2212848" cy="355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217431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314482"/>
            <a:ext cx="5212080" cy="1277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5471" y="1735531"/>
            <a:ext cx="963778" cy="1247242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7203" y="1990649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97203" y="2189074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97203" y="2387498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97203" y="2585923"/>
            <a:ext cx="680314" cy="70866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97203" y="2784348"/>
            <a:ext cx="340157" cy="70866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227520" y="1821430"/>
            <a:ext cx="860355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482440" y="2310268"/>
            <a:ext cx="89222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100060" y="2799106"/>
            <a:ext cx="828490" cy="977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525464" y="1785878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1907844" y="2274716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334274" y="2763555"/>
            <a:ext cx="168871" cy="168871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735" y="1821430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19272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44764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70256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1957485" y="1803654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940735" y="2310268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272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64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5" y="2292492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1957485" y="2292492"/>
            <a:ext cx="133320" cy="1333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119740" y="2359152"/>
            <a:ext cx="286785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0735" y="2799106"/>
            <a:ext cx="1593251" cy="97768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272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64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256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1957485" y="2781330"/>
            <a:ext cx="133320" cy="133320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125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50524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23676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32236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50524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60583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207217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76711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19358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9622" y="2718043"/>
            <a:ext cx="2911084" cy="0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589" y="2256519"/>
            <a:ext cx="1039673" cy="478249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1498665" y="2352168"/>
            <a:ext cx="353489" cy="28695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47229" y="2495643"/>
            <a:ext cx="415869" cy="0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06644" y="2458577"/>
            <a:ext cx="259466" cy="259466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91825" y="2458577"/>
            <a:ext cx="259466" cy="259466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836377" y="2440043"/>
            <a:ext cx="242590" cy="148267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078968" y="2440043"/>
            <a:ext cx="242590" cy="148267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09656" y="2162044"/>
            <a:ext cx="155951" cy="240933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2995568" y="2004510"/>
            <a:ext cx="166800" cy="16680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078968" y="2829243"/>
            <a:ext cx="0" cy="185333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5800" y="3273552"/>
            <a:ext cx="3538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90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Chú ý: con búp bê xe đạp chạy ra ở đúng một tốc độ, đúng một vị trí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注意看：那個假人腳踏車是用固定的速度、固定的位置衝出來的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11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900" dirty="0"/>
          </a:p>
        </p:txBody>
      </p:sp>
      <p:sp>
        <p:nvSpPr>
          <p:cNvPr id="7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3739" y="1820570"/>
            <a:ext cx="1247242" cy="34015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3739" y="2189074"/>
            <a:ext cx="1247242" cy="99212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255471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538935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822399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05863" y="2316632"/>
            <a:ext cx="141732" cy="4535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85393" y="2784348"/>
            <a:ext cx="1303934" cy="12755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125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3506" y="1695298"/>
            <a:ext cx="1327709" cy="1327709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6445" y="2306044"/>
            <a:ext cx="1141830" cy="106217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1684252" y="2359152"/>
            <a:ext cx="106217" cy="570915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04589" y="2226381"/>
            <a:ext cx="265542" cy="26554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082564" y="1814791"/>
            <a:ext cx="398313" cy="398313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82564" y="1814791"/>
            <a:ext cx="398313" cy="39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125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120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2026-09-22T03:38:09Z</dcterms:created>
  <dcterms:modified xsi:type="dcterms:W3CDTF">2026-09-22T03:38:09Z</dcterms:modified>
</cp:coreProperties>
</file>