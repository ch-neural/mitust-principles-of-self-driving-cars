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（除以十二這件事，每一屆都會有人問，所以下面把它拆開講。老師可以先問全班：為什麼是除以十二，不是除以六？）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（分兩步講，兩步都在白板上寫出來。）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（如果學生問為什麼是平方，可以補一句：速度變兩倍的時候，煞的時間變兩倍、平均速度也變兩倍，兩個都變兩倍，所以距離變四倍。）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（播放前先設定：英文旁白，請點播放器齒輪 → 字幕 → 自動翻譯 → 越南文。播到 2:30 就停，後面是英國考試的內容，我們用不到。需要網路；沒網路就跳過這一頁，直接講下面的三個問題。）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（影片內容，方便中途暫停：
</a:t>
            </a:r>
          </a:p>
          <a:p>
            <a:pPr algn="l">
              <a:lnSpc>
                <a:spcPct val="115000"/>
              </a:lnSpc>
              <a:spcAft>
                <a:spcPts val="500"/>
              </a:spcAft>
            </a:pPr>
            <a:r>
              <a:rPr sz="1000" lang="zh-TW" dirty="0">
                <a:solidFill>
                  <a:srgbClr val="000000"/>
                </a:solidFill>
                <a:latin typeface="Arial Unicode MS"/>
                <a:ea typeface="Arial Unicode MS"/>
                <a:cs typeface="Arial Unicode MS"/>
              </a:rPr>
              <a:t>0:00 開場，問為什麼車子開快就比較難停、下雨也比較難停。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0:20 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0:30 第一段，反應距離：反應時間乘上速度。影響因素是疲勞、喝酒、滑手機、大聲的音樂——這些都讓人反應變慢。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1:05 關鍵一句：</a:t>
            </a:r>
            <a:r>
              <a:rPr sz="1000" b="1" lang="zh-TW" dirty="0">
                <a:solidFill>
                  <a:srgbClr val="000000"/>
                </a:solidFill>
                <a:latin typeface="Arial Unicode MS"/>
                <a:ea typeface="Arial Unicode MS"/>
                <a:cs typeface="Arial Unicode MS"/>
              </a:rPr>
              <a:t>速度不會改變你的反應時間，但是同樣的時間你會跑得更遠。</a:t>
            </a:r>
            <a:r>
              <a:rPr sz="1000" lang="zh-TW" dirty="0">
                <a:solidFill>
                  <a:srgbClr val="000000"/>
                </a:solidFill>
                <a:latin typeface="Arial Unicode MS"/>
                <a:ea typeface="Arial Unicode MS"/>
                <a:cs typeface="Arial Unicode MS"/>
              </a:rPr>
              <a:t>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1:20 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1:50 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2:10 之後是考題練習，可以停了。）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（預期答案：反應距離、煞車距離。跟我們剛剛算的一樣。）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（讓學生想一下。預期答案：需要看得更遠，因為停下來要更長的距離。）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a:p>
            <a:pPr algn="l">
              <a:lnSpc>
                <a:spcPct val="115000"/>
              </a:lnSpc>
              <a:spcAft>
                <a:spcPts val="500"/>
              </a:spcAft>
            </a:pPr>
            <a:r>
              <a:rPr sz="1000" lang="zh-TW" dirty="0">
                <a:solidFill>
                  <a:srgbClr val="000000"/>
                </a:solidFill>
                <a:latin typeface="Arial Unicode MS"/>
                <a:ea typeface="Arial Unicode MS"/>
                <a:cs typeface="Arial Unicode MS"/>
              </a:rPr>
              <a:t>（如果時間緊，這一頁可以直接跳過，三個問題留到第三節打開雨天的時候再問。）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55628"/>
            <a:ext cx="3904488" cy="2566564"/>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999622" y="1680177"/>
            <a:ext cx="1039673" cy="259466"/>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44435"/>
            <a:ext cx="623804" cy="286950"/>
          </a:xfrm>
          <a:prstGeom prst="roundRect">
            <a:avLst>
              <a:gd name="adj" fmla="val 22000"/>
            </a:avLst>
          </a:prstGeom>
          <a:solidFill>
            <a:srgbClr val="8FA3B5"/>
          </a:solidFill>
          <a:ln/>
        </p:spPr>
      </p:sp>
      <p:sp>
        <p:nvSpPr>
          <p:cNvPr id="7" name="Shape 5"/>
          <p:cNvSpPr/>
          <p:nvPr/>
        </p:nvSpPr>
        <p:spPr>
          <a:xfrm>
            <a:off x="1236667" y="2001825"/>
            <a:ext cx="212093" cy="172170"/>
          </a:xfrm>
          <a:prstGeom prst="roundRect">
            <a:avLst>
              <a:gd name="adj" fmla="val 23333"/>
            </a:avLst>
          </a:prstGeom>
          <a:solidFill>
            <a:srgbClr val="FFFFFF"/>
          </a:solidFill>
          <a:ln/>
        </p:spPr>
      </p:sp>
      <p:sp>
        <p:nvSpPr>
          <p:cNvPr id="8" name="Shape 6"/>
          <p:cNvSpPr/>
          <p:nvPr/>
        </p:nvSpPr>
        <p:spPr>
          <a:xfrm>
            <a:off x="1692737" y="2087910"/>
            <a:ext cx="1316919" cy="0"/>
          </a:xfrm>
          <a:prstGeom prst="line">
            <a:avLst/>
          </a:prstGeom>
          <a:noFill/>
          <a:ln w="63500">
            <a:solidFill>
              <a:srgbClr val="6FA8DC"/>
            </a:solidFill>
            <a:prstDash val="solid"/>
          </a:ln>
        </p:spPr>
      </p:sp>
      <p:sp>
        <p:nvSpPr>
          <p:cNvPr id="9" name="Shape 7"/>
          <p:cNvSpPr/>
          <p:nvPr/>
        </p:nvSpPr>
        <p:spPr>
          <a:xfrm>
            <a:off x="3009656" y="1921110"/>
            <a:ext cx="121295" cy="333600"/>
          </a:xfrm>
          <a:prstGeom prst="roundRect">
            <a:avLst>
              <a:gd name="adj" fmla="val 34286"/>
            </a:avLst>
          </a:prstGeom>
          <a:solidFill>
            <a:srgbClr val="3A4650"/>
          </a:solidFill>
          <a:ln/>
        </p:spPr>
      </p:sp>
      <p:sp>
        <p:nvSpPr>
          <p:cNvPr id="10" name="Text 8"/>
          <p:cNvSpPr txBox="1"/>
          <p:nvPr/>
        </p:nvSpPr>
        <p:spPr>
          <a:xfrm>
            <a:off x="999622" y="2347377"/>
            <a:ext cx="1039673" cy="259466"/>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11635"/>
            <a:ext cx="623804" cy="286950"/>
          </a:xfrm>
          <a:prstGeom prst="roundRect">
            <a:avLst>
              <a:gd name="adj" fmla="val 22000"/>
            </a:avLst>
          </a:prstGeom>
          <a:solidFill>
            <a:srgbClr val="8FA3B5"/>
          </a:solidFill>
          <a:ln/>
        </p:spPr>
      </p:sp>
      <p:sp>
        <p:nvSpPr>
          <p:cNvPr id="12" name="Shape 10"/>
          <p:cNvSpPr/>
          <p:nvPr/>
        </p:nvSpPr>
        <p:spPr>
          <a:xfrm>
            <a:off x="1236667" y="2669025"/>
            <a:ext cx="212093" cy="172170"/>
          </a:xfrm>
          <a:prstGeom prst="roundRect">
            <a:avLst>
              <a:gd name="adj" fmla="val 23333"/>
            </a:avLst>
          </a:prstGeom>
          <a:solidFill>
            <a:srgbClr val="FFFFFF"/>
          </a:solidFill>
          <a:ln/>
        </p:spPr>
      </p:sp>
      <p:sp>
        <p:nvSpPr>
          <p:cNvPr id="13" name="Shape 11"/>
          <p:cNvSpPr/>
          <p:nvPr/>
        </p:nvSpPr>
        <p:spPr>
          <a:xfrm>
            <a:off x="1692737" y="2755110"/>
            <a:ext cx="2148657" cy="0"/>
          </a:xfrm>
          <a:prstGeom prst="line">
            <a:avLst/>
          </a:prstGeom>
          <a:noFill/>
          <a:ln w="63500">
            <a:solidFill>
              <a:srgbClr val="D9463E"/>
            </a:solidFill>
            <a:prstDash val="solid"/>
          </a:ln>
        </p:spPr>
      </p:sp>
      <p:sp>
        <p:nvSpPr>
          <p:cNvPr id="14" name="Shape 12"/>
          <p:cNvSpPr/>
          <p:nvPr/>
        </p:nvSpPr>
        <p:spPr>
          <a:xfrm>
            <a:off x="3841394" y="2588310"/>
            <a:ext cx="121295" cy="333600"/>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919472" y="1420220"/>
            <a:ext cx="347472" cy="347472"/>
          </a:xfrm>
          <a:prstGeom prst="ellipse">
            <a:avLst/>
          </a:prstGeom>
          <a:solidFill>
            <a:srgbClr val="D9463E"/>
          </a:solidFill>
          <a:ln/>
        </p:spPr>
      </p:sp>
      <p:sp>
        <p:nvSpPr>
          <p:cNvPr id="18" name="Text 1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16332"/>
            <a:ext cx="36576" cy="237744"/>
          </a:xfrm>
          <a:prstGeom prst="rect">
            <a:avLst/>
          </a:prstGeom>
          <a:solidFill>
            <a:srgbClr val="00A896"/>
          </a:solidFill>
          <a:ln/>
        </p:spPr>
      </p:sp>
      <p:sp>
        <p:nvSpPr>
          <p:cNvPr id="23" name="Text 2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808987"/>
            <a:ext cx="36576" cy="237744"/>
          </a:xfrm>
          <a:prstGeom prst="rect">
            <a:avLst/>
          </a:prstGeom>
          <a:solidFill>
            <a:srgbClr val="00A896"/>
          </a:solidFill>
          <a:ln/>
        </p:spPr>
      </p:sp>
      <p:sp>
        <p:nvSpPr>
          <p:cNvPr id="25" name="Text 2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301642"/>
            <a:ext cx="36576" cy="237744"/>
          </a:xfrm>
          <a:prstGeom prst="rect">
            <a:avLst/>
          </a:prstGeom>
          <a:solidFill>
            <a:srgbClr val="00A896"/>
          </a:solidFill>
          <a:ln/>
        </p:spPr>
      </p:sp>
      <p:sp>
        <p:nvSpPr>
          <p:cNvPr id="27" name="Text 2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393561" y="2510206"/>
            <a:ext cx="144138" cy="144138"/>
          </a:xfrm>
          <a:prstGeom prst="ellipse">
            <a:avLst/>
          </a:prstGeom>
          <a:solidFill>
            <a:srgbClr val="D8E4EC"/>
          </a:solidFill>
          <a:ln/>
        </p:spPr>
      </p:sp>
      <p:sp>
        <p:nvSpPr>
          <p:cNvPr id="9" name="Shape 7"/>
          <p:cNvSpPr/>
          <p:nvPr/>
        </p:nvSpPr>
        <p:spPr>
          <a:xfrm>
            <a:off x="1350319" y="2668758"/>
            <a:ext cx="230621" cy="259449"/>
          </a:xfrm>
          <a:prstGeom prst="roundRect">
            <a:avLst>
              <a:gd name="adj" fmla="val 111019"/>
            </a:avLst>
          </a:prstGeom>
          <a:solidFill>
            <a:srgbClr val="D8E4EC"/>
          </a:solidFill>
          <a:ln/>
        </p:spPr>
      </p:sp>
      <p:sp>
        <p:nvSpPr>
          <p:cNvPr id="10" name="Shape 8"/>
          <p:cNvSpPr/>
          <p:nvPr/>
        </p:nvSpPr>
        <p:spPr>
          <a:xfrm rot="960000">
            <a:off x="1310681" y="2690378"/>
            <a:ext cx="57655" cy="187380"/>
          </a:xfrm>
          <a:prstGeom prst="rect">
            <a:avLst/>
          </a:prstGeom>
          <a:solidFill>
            <a:srgbClr val="D8E4EC"/>
          </a:solidFill>
          <a:ln/>
        </p:spPr>
      </p:sp>
      <p:sp>
        <p:nvSpPr>
          <p:cNvPr id="11" name="Shape 9"/>
          <p:cNvSpPr/>
          <p:nvPr/>
        </p:nvSpPr>
        <p:spPr>
          <a:xfrm rot="-960000">
            <a:off x="1562923" y="2690378"/>
            <a:ext cx="57655" cy="187380"/>
          </a:xfrm>
          <a:prstGeom prst="rect">
            <a:avLst/>
          </a:prstGeom>
          <a:solidFill>
            <a:srgbClr val="D8E4EC"/>
          </a:solidFill>
          <a:ln/>
        </p:spPr>
      </p:sp>
      <p:sp>
        <p:nvSpPr>
          <p:cNvPr id="12" name="Shape 10"/>
          <p:cNvSpPr/>
          <p:nvPr/>
        </p:nvSpPr>
        <p:spPr>
          <a:xfrm rot="300000">
            <a:off x="1389957" y="2892172"/>
            <a:ext cx="64862" cy="259449"/>
          </a:xfrm>
          <a:prstGeom prst="rect">
            <a:avLst/>
          </a:prstGeom>
          <a:solidFill>
            <a:srgbClr val="D8E4EC"/>
          </a:solidFill>
          <a:ln/>
        </p:spPr>
      </p:sp>
      <p:sp>
        <p:nvSpPr>
          <p:cNvPr id="13" name="Shape 11"/>
          <p:cNvSpPr/>
          <p:nvPr/>
        </p:nvSpPr>
        <p:spPr>
          <a:xfrm rot="-300000">
            <a:off x="1476440" y="2892172"/>
            <a:ext cx="64862" cy="259449"/>
          </a:xfrm>
          <a:prstGeom prst="rect">
            <a:avLst/>
          </a:prstGeom>
          <a:solidFill>
            <a:srgbClr val="D8E4EC"/>
          </a:solidFill>
          <a:ln/>
        </p:spPr>
      </p:sp>
      <p:sp>
        <p:nvSpPr>
          <p:cNvPr id="14" name="Shape 12"/>
          <p:cNvSpPr/>
          <p:nvPr/>
        </p:nvSpPr>
        <p:spPr>
          <a:xfrm>
            <a:off x="971459" y="2384916"/>
            <a:ext cx="858987" cy="923963"/>
          </a:xfrm>
          <a:prstGeom prst="rect">
            <a:avLst/>
          </a:prstGeom>
          <a:ln w="19050">
            <a:solidFill>
              <a:srgbClr val="6FD08C"/>
            </a:solidFill>
            <a:prstDash val="solid"/>
          </a:ln>
        </p:spPr>
      </p:sp>
      <p:sp>
        <p:nvSpPr>
          <p:cNvPr id="15" name="Shape 13"/>
          <p:cNvSpPr/>
          <p:nvPr/>
        </p:nvSpPr>
        <p:spPr>
          <a:xfrm>
            <a:off x="971459" y="2211180"/>
            <a:ext cx="858987" cy="173736"/>
          </a:xfrm>
          <a:prstGeom prst="rect">
            <a:avLst/>
          </a:prstGeom>
          <a:solidFill>
            <a:srgbClr val="6FD08C"/>
          </a:solidFill>
          <a:ln/>
        </p:spPr>
      </p:sp>
      <p:sp>
        <p:nvSpPr>
          <p:cNvPr id="16" name="Text 14"/>
          <p:cNvSpPr txBox="1"/>
          <p:nvPr/>
        </p:nvSpPr>
        <p:spPr>
          <a:xfrm>
            <a:off x="998891" y="2215752"/>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7915" y="2868005"/>
            <a:ext cx="589365" cy="179372"/>
          </a:xfrm>
          <a:prstGeom prst="roundRect">
            <a:avLst>
              <a:gd name="adj" fmla="val 152934"/>
            </a:avLst>
          </a:prstGeom>
          <a:solidFill>
            <a:srgbClr val="C8D3DE"/>
          </a:solidFill>
          <a:ln/>
        </p:spPr>
      </p:sp>
      <p:sp>
        <p:nvSpPr>
          <p:cNvPr id="18" name="Shape 16"/>
          <p:cNvSpPr/>
          <p:nvPr/>
        </p:nvSpPr>
        <p:spPr>
          <a:xfrm>
            <a:off x="3166038" y="2739882"/>
            <a:ext cx="320307" cy="140935"/>
          </a:xfrm>
          <a:prstGeom prst="trapezoid">
            <a:avLst/>
          </a:prstGeom>
          <a:solidFill>
            <a:srgbClr val="C8D3DE">
              <a:alpha val="70000"/>
            </a:srgbClr>
          </a:solidFill>
          <a:ln/>
        </p:spPr>
      </p:sp>
      <p:sp>
        <p:nvSpPr>
          <p:cNvPr id="19" name="Shape 17"/>
          <p:cNvSpPr/>
          <p:nvPr/>
        </p:nvSpPr>
        <p:spPr>
          <a:xfrm>
            <a:off x="3114789" y="3008940"/>
            <a:ext cx="128123" cy="128123"/>
          </a:xfrm>
          <a:prstGeom prst="ellipse">
            <a:avLst/>
          </a:prstGeom>
          <a:solidFill>
            <a:srgbClr val="C8D3DE"/>
          </a:solidFill>
          <a:ln/>
        </p:spPr>
      </p:sp>
      <p:sp>
        <p:nvSpPr>
          <p:cNvPr id="20" name="Shape 18"/>
          <p:cNvSpPr/>
          <p:nvPr/>
        </p:nvSpPr>
        <p:spPr>
          <a:xfrm>
            <a:off x="3422284" y="3008940"/>
            <a:ext cx="128123" cy="128123"/>
          </a:xfrm>
          <a:prstGeom prst="ellipse">
            <a:avLst/>
          </a:prstGeom>
          <a:solidFill>
            <a:srgbClr val="C8D3DE"/>
          </a:solidFill>
          <a:ln/>
        </p:spPr>
      </p:sp>
      <p:sp>
        <p:nvSpPr>
          <p:cNvPr id="21" name="Shape 19"/>
          <p:cNvSpPr/>
          <p:nvPr/>
        </p:nvSpPr>
        <p:spPr>
          <a:xfrm>
            <a:off x="3146819" y="3040971"/>
            <a:ext cx="64061" cy="64061"/>
          </a:xfrm>
          <a:prstGeom prst="ellipse">
            <a:avLst/>
          </a:prstGeom>
          <a:solidFill>
            <a:srgbClr val="FFFFFF"/>
          </a:solidFill>
          <a:ln/>
        </p:spPr>
      </p:sp>
      <p:sp>
        <p:nvSpPr>
          <p:cNvPr id="22" name="Shape 20"/>
          <p:cNvSpPr/>
          <p:nvPr/>
        </p:nvSpPr>
        <p:spPr>
          <a:xfrm>
            <a:off x="3454314" y="3040971"/>
            <a:ext cx="64061" cy="64061"/>
          </a:xfrm>
          <a:prstGeom prst="ellipse">
            <a:avLst/>
          </a:prstGeom>
          <a:solidFill>
            <a:srgbClr val="FFFFFF"/>
          </a:solidFill>
          <a:ln/>
        </p:spPr>
      </p:sp>
      <p:sp>
        <p:nvSpPr>
          <p:cNvPr id="23" name="Shape 21"/>
          <p:cNvSpPr/>
          <p:nvPr/>
        </p:nvSpPr>
        <p:spPr>
          <a:xfrm>
            <a:off x="2689433" y="2487579"/>
            <a:ext cx="1171346" cy="821300"/>
          </a:xfrm>
          <a:prstGeom prst="rect">
            <a:avLst/>
          </a:prstGeom>
          <a:ln w="19050">
            <a:solidFill>
              <a:srgbClr val="4FA8FF"/>
            </a:solidFill>
            <a:prstDash val="solid"/>
          </a:ln>
        </p:spPr>
      </p:sp>
      <p:sp>
        <p:nvSpPr>
          <p:cNvPr id="24" name="Shape 22"/>
          <p:cNvSpPr/>
          <p:nvPr/>
        </p:nvSpPr>
        <p:spPr>
          <a:xfrm>
            <a:off x="2689433" y="2313843"/>
            <a:ext cx="1171346" cy="173736"/>
          </a:xfrm>
          <a:prstGeom prst="rect">
            <a:avLst/>
          </a:prstGeom>
          <a:solidFill>
            <a:srgbClr val="4FA8FF"/>
          </a:solidFill>
          <a:ln/>
        </p:spPr>
      </p:sp>
      <p:sp>
        <p:nvSpPr>
          <p:cNvPr id="25" name="Text 23"/>
          <p:cNvSpPr txBox="1"/>
          <p:nvPr/>
        </p:nvSpPr>
        <p:spPr>
          <a:xfrm>
            <a:off x="2716865" y="2318415"/>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22551"/>
            <a:ext cx="345157" cy="441449"/>
          </a:xfrm>
          <a:prstGeom prst="roundRect">
            <a:avLst>
              <a:gd name="adj" fmla="val 10597"/>
            </a:avLst>
          </a:prstGeom>
          <a:solidFill>
            <a:srgbClr val="2B3945"/>
          </a:solidFill>
          <a:ln/>
        </p:spPr>
      </p:sp>
      <p:sp>
        <p:nvSpPr>
          <p:cNvPr id="27" name="Shape 25"/>
          <p:cNvSpPr/>
          <p:nvPr/>
        </p:nvSpPr>
        <p:spPr>
          <a:xfrm>
            <a:off x="2221863" y="1562281"/>
            <a:ext cx="193288" cy="193288"/>
          </a:xfrm>
          <a:prstGeom prst="ellipse">
            <a:avLst/>
          </a:prstGeom>
          <a:solidFill>
            <a:srgbClr val="FF5A4E"/>
          </a:solidFill>
          <a:ln/>
        </p:spPr>
      </p:sp>
      <p:sp>
        <p:nvSpPr>
          <p:cNvPr id="28" name="Shape 26"/>
          <p:cNvSpPr/>
          <p:nvPr/>
        </p:nvSpPr>
        <p:spPr>
          <a:xfrm>
            <a:off x="2221863" y="1694716"/>
            <a:ext cx="193288" cy="193288"/>
          </a:xfrm>
          <a:prstGeom prst="ellipse">
            <a:avLst/>
          </a:prstGeom>
          <a:solidFill>
            <a:srgbClr val="5F6B75"/>
          </a:solidFill>
          <a:ln/>
        </p:spPr>
      </p:sp>
      <p:sp>
        <p:nvSpPr>
          <p:cNvPr id="29" name="Shape 27"/>
          <p:cNvSpPr/>
          <p:nvPr/>
        </p:nvSpPr>
        <p:spPr>
          <a:xfrm>
            <a:off x="2221863" y="1827151"/>
            <a:ext cx="193288" cy="193288"/>
          </a:xfrm>
          <a:prstGeom prst="ellipse">
            <a:avLst/>
          </a:prstGeom>
          <a:solidFill>
            <a:srgbClr val="5F6B75"/>
          </a:solidFill>
          <a:ln/>
        </p:spPr>
      </p:sp>
      <p:sp>
        <p:nvSpPr>
          <p:cNvPr id="30" name="Shape 28"/>
          <p:cNvSpPr/>
          <p:nvPr/>
        </p:nvSpPr>
        <p:spPr>
          <a:xfrm>
            <a:off x="1986625" y="1486619"/>
            <a:ext cx="663763" cy="513313"/>
          </a:xfrm>
          <a:prstGeom prst="rect">
            <a:avLst/>
          </a:prstGeom>
          <a:ln w="19050">
            <a:solidFill>
              <a:srgbClr val="FFB020"/>
            </a:solidFill>
            <a:prstDash val="solid"/>
          </a:ln>
        </p:spPr>
      </p:sp>
      <p:sp>
        <p:nvSpPr>
          <p:cNvPr id="31" name="Shape 29"/>
          <p:cNvSpPr/>
          <p:nvPr/>
        </p:nvSpPr>
        <p:spPr>
          <a:xfrm>
            <a:off x="1986625" y="1312883"/>
            <a:ext cx="786384" cy="173736"/>
          </a:xfrm>
          <a:prstGeom prst="rect">
            <a:avLst/>
          </a:prstGeom>
          <a:solidFill>
            <a:srgbClr val="FFB020"/>
          </a:solidFill>
          <a:ln/>
        </p:spPr>
      </p:sp>
      <p:sp>
        <p:nvSpPr>
          <p:cNvPr id="32" name="Text 30"/>
          <p:cNvSpPr txBox="1"/>
          <p:nvPr/>
        </p:nvSpPr>
        <p:spPr>
          <a:xfrm>
            <a:off x="2014057" y="131745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3" name="Shape 41"/>
          <p:cNvSpPr/>
          <p:nvPr/>
        </p:nvSpPr>
        <p:spPr>
          <a:xfrm>
            <a:off x="4919472" y="2808987"/>
            <a:ext cx="36576" cy="237744"/>
          </a:xfrm>
          <a:prstGeom prst="rect">
            <a:avLst/>
          </a:prstGeom>
          <a:solidFill>
            <a:srgbClr val="00A896"/>
          </a:solidFill>
          <a:ln/>
        </p:spPr>
      </p:sp>
      <p:sp>
        <p:nvSpPr>
          <p:cNvPr id="44" name="Text 42"/>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5" name="Shape 43"/>
          <p:cNvSpPr/>
          <p:nvPr/>
        </p:nvSpPr>
        <p:spPr>
          <a:xfrm>
            <a:off x="4919472" y="3301642"/>
            <a:ext cx="36576" cy="237744"/>
          </a:xfrm>
          <a:prstGeom prst="rect">
            <a:avLst/>
          </a:prstGeom>
          <a:solidFill>
            <a:srgbClr val="00A896"/>
          </a:solidFill>
          <a:ln/>
        </p:spPr>
      </p:sp>
      <p:sp>
        <p:nvSpPr>
          <p:cNvPr id="46" name="Text 44"/>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2026-09-22T03:39:41Z</dcterms:created>
  <dcterms:modified xsi:type="dcterms:W3CDTF">2026-09-22T03:39:41Z</dcterms:modified>
</cp:coreProperties>
</file>