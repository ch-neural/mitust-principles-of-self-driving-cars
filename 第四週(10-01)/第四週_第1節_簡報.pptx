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（公式裡除以十二，是因為減速度用六。十二等於二乘六。）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17</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17</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73675" y="3013862"/>
            <a:ext cx="131674" cy="131674"/>
          </a:xfrm>
          <a:prstGeom prst="ellipse">
            <a:avLst/>
          </a:prstGeom>
          <a:solidFill>
            <a:srgbClr val="007F72"/>
          </a:solidFill>
          <a:ln/>
        </p:spPr>
      </p:sp>
      <p:sp>
        <p:nvSpPr>
          <p:cNvPr id="10" name="Shape 8"/>
          <p:cNvSpPr/>
          <p:nvPr/>
        </p:nvSpPr>
        <p:spPr>
          <a:xfrm>
            <a:off x="5151730" y="3161995"/>
            <a:ext cx="175565" cy="197510"/>
          </a:xfrm>
          <a:prstGeom prst="roundRect">
            <a:avLst>
              <a:gd name="adj" fmla="val 156250"/>
            </a:avLst>
          </a:prstGeom>
          <a:solidFill>
            <a:srgbClr val="007F72"/>
          </a:solidFill>
          <a:ln/>
        </p:spPr>
      </p:sp>
      <p:sp>
        <p:nvSpPr>
          <p:cNvPr id="11" name="Shape 9"/>
          <p:cNvSpPr/>
          <p:nvPr/>
        </p:nvSpPr>
        <p:spPr>
          <a:xfrm rot="480000">
            <a:off x="5162702" y="3354019"/>
            <a:ext cx="49378" cy="142646"/>
          </a:xfrm>
          <a:prstGeom prst="rect">
            <a:avLst/>
          </a:prstGeom>
          <a:solidFill>
            <a:srgbClr val="007F72"/>
          </a:solidFill>
          <a:ln/>
        </p:spPr>
      </p:sp>
      <p:sp>
        <p:nvSpPr>
          <p:cNvPr id="12" name="Shape 10"/>
          <p:cNvSpPr/>
          <p:nvPr/>
        </p:nvSpPr>
        <p:spPr>
          <a:xfrm rot="-480000">
            <a:off x="5266944" y="3354019"/>
            <a:ext cx="49378" cy="142646"/>
          </a:xfrm>
          <a:prstGeom prst="rect">
            <a:avLst/>
          </a:prstGeom>
          <a:solidFill>
            <a:srgbClr val="007F72"/>
          </a:solidFill>
          <a:ln/>
        </p:spPr>
      </p:sp>
      <p:sp>
        <p:nvSpPr>
          <p:cNvPr id="13" name="Shape 11"/>
          <p:cNvSpPr/>
          <p:nvPr/>
        </p:nvSpPr>
        <p:spPr>
          <a:xfrm>
            <a:off x="1271016" y="1664208"/>
            <a:ext cx="745394" cy="274320"/>
          </a:xfrm>
          <a:prstGeom prst="rect">
            <a:avLst/>
          </a:prstGeom>
          <a:solidFill>
            <a:srgbClr val="E8A317"/>
          </a:solidFill>
          <a:ln/>
        </p:spPr>
      </p:sp>
      <p:sp>
        <p:nvSpPr>
          <p:cNvPr id="14" name="Text 12"/>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5" name="Text 13"/>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6" name="Text 14"/>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7" name="Shape 15"/>
          <p:cNvSpPr/>
          <p:nvPr/>
        </p:nvSpPr>
        <p:spPr>
          <a:xfrm>
            <a:off x="2016410" y="1664208"/>
            <a:ext cx="2857342" cy="274320"/>
          </a:xfrm>
          <a:prstGeom prst="rect">
            <a:avLst/>
          </a:prstGeom>
          <a:solidFill>
            <a:srgbClr val="D9463E"/>
          </a:solidFill>
          <a:ln/>
        </p:spPr>
      </p:sp>
      <p:sp>
        <p:nvSpPr>
          <p:cNvPr id="18" name="Text 16"/>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19" name="Text 17"/>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0" name="Text 18"/>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1" name="Shape 19"/>
          <p:cNvSpPr/>
          <p:nvPr/>
        </p:nvSpPr>
        <p:spPr>
          <a:xfrm>
            <a:off x="2016410" y="1609344"/>
            <a:ext cx="0" cy="384048"/>
          </a:xfrm>
          <a:prstGeom prst="line">
            <a:avLst/>
          </a:prstGeom>
          <a:noFill/>
          <a:ln w="19050">
            <a:solidFill>
              <a:srgbClr val="FFFFFF"/>
            </a:solidFill>
            <a:prstDash val="solid"/>
          </a:ln>
        </p:spPr>
      </p:sp>
      <p:sp>
        <p:nvSpPr>
          <p:cNvPr id="22" name="Shape 20"/>
          <p:cNvSpPr/>
          <p:nvPr/>
        </p:nvSpPr>
        <p:spPr>
          <a:xfrm>
            <a:off x="1271016" y="2578608"/>
            <a:ext cx="3602736" cy="0"/>
          </a:xfrm>
          <a:prstGeom prst="line">
            <a:avLst/>
          </a:prstGeom>
          <a:noFill/>
          <a:ln w="12700">
            <a:solidFill>
              <a:srgbClr val="0B1F3A"/>
            </a:solidFill>
            <a:prstDash val="dash"/>
          </a:ln>
        </p:spPr>
      </p:sp>
      <p:sp>
        <p:nvSpPr>
          <p:cNvPr id="23" name="Text 21"/>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4" name="Shape 22"/>
          <p:cNvSpPr/>
          <p:nvPr/>
        </p:nvSpPr>
        <p:spPr>
          <a:xfrm>
            <a:off x="5788152" y="1133856"/>
            <a:ext cx="2852928" cy="621792"/>
          </a:xfrm>
          <a:prstGeom prst="roundRect">
            <a:avLst>
              <a:gd name="adj" fmla="val 11765"/>
            </a:avLst>
          </a:prstGeom>
          <a:solidFill>
            <a:srgbClr val="0B1F3A"/>
          </a:solidFill>
          <a:ln/>
        </p:spPr>
      </p:sp>
      <p:sp>
        <p:nvSpPr>
          <p:cNvPr id="25" name="Text 23"/>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6" name="Shape 24"/>
          <p:cNvSpPr/>
          <p:nvPr/>
        </p:nvSpPr>
        <p:spPr>
          <a:xfrm>
            <a:off x="5788152" y="1847088"/>
            <a:ext cx="2852928" cy="621792"/>
          </a:xfrm>
          <a:prstGeom prst="roundRect">
            <a:avLst>
              <a:gd name="adj" fmla="val 11765"/>
            </a:avLst>
          </a:prstGeom>
          <a:solidFill>
            <a:srgbClr val="EAF6F4"/>
          </a:solidFill>
          <a:ln/>
        </p:spPr>
      </p:sp>
      <p:sp>
        <p:nvSpPr>
          <p:cNvPr id="27" name="Text 25"/>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28" name="Text 26"/>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29" name="Text 27"/>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0" name="Text 28"/>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1" name="Text 29"/>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2" name="Shape 30"/>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3" name="Text 31"/>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6" name="Text 3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17</a:t>
            </a:r>
            <a:endParaRPr lang="en-US" sz="900" dirty="0"/>
          </a:p>
        </p:txBody>
      </p:sp>
      <p:sp>
        <p:nvSpPr>
          <p:cNvPr id="37" name="Text 3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379044" y="2533012"/>
            <a:ext cx="173778" cy="173778"/>
          </a:xfrm>
          <a:prstGeom prst="ellipse">
            <a:avLst/>
          </a:prstGeom>
          <a:solidFill>
            <a:srgbClr val="D8E4EC"/>
          </a:solidFill>
          <a:ln/>
        </p:spPr>
      </p:sp>
      <p:sp>
        <p:nvSpPr>
          <p:cNvPr id="9" name="Shape 7"/>
          <p:cNvSpPr/>
          <p:nvPr/>
        </p:nvSpPr>
        <p:spPr>
          <a:xfrm>
            <a:off x="1350081" y="2728512"/>
            <a:ext cx="231703" cy="260666"/>
          </a:xfrm>
          <a:prstGeom prst="roundRect">
            <a:avLst>
              <a:gd name="adj" fmla="val 118393"/>
            </a:avLst>
          </a:prstGeom>
          <a:solidFill>
            <a:srgbClr val="D8E4EC"/>
          </a:solidFill>
          <a:ln/>
        </p:spPr>
      </p:sp>
      <p:sp>
        <p:nvSpPr>
          <p:cNvPr id="10" name="Shape 8"/>
          <p:cNvSpPr/>
          <p:nvPr/>
        </p:nvSpPr>
        <p:spPr>
          <a:xfrm rot="480000">
            <a:off x="1364563" y="2981937"/>
            <a:ext cx="65167" cy="188259"/>
          </a:xfrm>
          <a:prstGeom prst="rect">
            <a:avLst/>
          </a:prstGeom>
          <a:solidFill>
            <a:srgbClr val="D8E4EC"/>
          </a:solidFill>
          <a:ln/>
        </p:spPr>
      </p:sp>
      <p:sp>
        <p:nvSpPr>
          <p:cNvPr id="11" name="Shape 9"/>
          <p:cNvSpPr/>
          <p:nvPr/>
        </p:nvSpPr>
        <p:spPr>
          <a:xfrm rot="-480000">
            <a:off x="1502137" y="2981937"/>
            <a:ext cx="65167" cy="188259"/>
          </a:xfrm>
          <a:prstGeom prst="rect">
            <a:avLst/>
          </a:prstGeom>
          <a:solidFill>
            <a:srgbClr val="D8E4EC"/>
          </a:solidFill>
          <a:ln/>
        </p:spPr>
      </p:sp>
      <p:sp>
        <p:nvSpPr>
          <p:cNvPr id="12" name="Shape 10"/>
          <p:cNvSpPr/>
          <p:nvPr/>
        </p:nvSpPr>
        <p:spPr>
          <a:xfrm>
            <a:off x="971459" y="2378172"/>
            <a:ext cx="858987" cy="928299"/>
          </a:xfrm>
          <a:prstGeom prst="rect">
            <a:avLst/>
          </a:prstGeom>
          <a:ln w="19050">
            <a:solidFill>
              <a:srgbClr val="6FD08C"/>
            </a:solidFill>
            <a:prstDash val="solid"/>
          </a:ln>
        </p:spPr>
      </p:sp>
      <p:sp>
        <p:nvSpPr>
          <p:cNvPr id="13" name="Shape 11"/>
          <p:cNvSpPr/>
          <p:nvPr/>
        </p:nvSpPr>
        <p:spPr>
          <a:xfrm>
            <a:off x="971459" y="2204436"/>
            <a:ext cx="858987" cy="173736"/>
          </a:xfrm>
          <a:prstGeom prst="rect">
            <a:avLst/>
          </a:prstGeom>
          <a:solidFill>
            <a:srgbClr val="6FD08C"/>
          </a:solidFill>
          <a:ln/>
        </p:spPr>
      </p:sp>
      <p:sp>
        <p:nvSpPr>
          <p:cNvPr id="14" name="Text 12"/>
          <p:cNvSpPr txBox="1"/>
          <p:nvPr/>
        </p:nvSpPr>
        <p:spPr>
          <a:xfrm>
            <a:off x="998891" y="2209008"/>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5" name="Shape 13"/>
          <p:cNvSpPr/>
          <p:nvPr/>
        </p:nvSpPr>
        <p:spPr>
          <a:xfrm>
            <a:off x="3036802" y="2863527"/>
            <a:ext cx="592131" cy="180214"/>
          </a:xfrm>
          <a:prstGeom prst="roundRect">
            <a:avLst>
              <a:gd name="adj" fmla="val 152219"/>
            </a:avLst>
          </a:prstGeom>
          <a:solidFill>
            <a:srgbClr val="C8D3DE"/>
          </a:solidFill>
          <a:ln/>
        </p:spPr>
      </p:sp>
      <p:sp>
        <p:nvSpPr>
          <p:cNvPr id="16" name="Shape 14"/>
          <p:cNvSpPr/>
          <p:nvPr/>
        </p:nvSpPr>
        <p:spPr>
          <a:xfrm>
            <a:off x="3165526" y="2734803"/>
            <a:ext cx="321810" cy="141597"/>
          </a:xfrm>
          <a:prstGeom prst="trapezoid">
            <a:avLst/>
          </a:prstGeom>
          <a:solidFill>
            <a:srgbClr val="C8D3DE">
              <a:alpha val="70000"/>
            </a:srgbClr>
          </a:solidFill>
          <a:ln/>
        </p:spPr>
      </p:sp>
      <p:sp>
        <p:nvSpPr>
          <p:cNvPr id="17" name="Shape 15"/>
          <p:cNvSpPr/>
          <p:nvPr/>
        </p:nvSpPr>
        <p:spPr>
          <a:xfrm>
            <a:off x="3114036" y="3005124"/>
            <a:ext cx="128724" cy="128724"/>
          </a:xfrm>
          <a:prstGeom prst="ellipse">
            <a:avLst/>
          </a:prstGeom>
          <a:solidFill>
            <a:srgbClr val="C8D3DE"/>
          </a:solidFill>
          <a:ln/>
        </p:spPr>
      </p:sp>
      <p:sp>
        <p:nvSpPr>
          <p:cNvPr id="18" name="Shape 16"/>
          <p:cNvSpPr/>
          <p:nvPr/>
        </p:nvSpPr>
        <p:spPr>
          <a:xfrm>
            <a:off x="3422974" y="3005124"/>
            <a:ext cx="128724" cy="128724"/>
          </a:xfrm>
          <a:prstGeom prst="ellipse">
            <a:avLst/>
          </a:prstGeom>
          <a:solidFill>
            <a:srgbClr val="C8D3DE"/>
          </a:solidFill>
          <a:ln/>
        </p:spPr>
      </p:sp>
      <p:sp>
        <p:nvSpPr>
          <p:cNvPr id="19" name="Shape 17"/>
          <p:cNvSpPr/>
          <p:nvPr/>
        </p:nvSpPr>
        <p:spPr>
          <a:xfrm>
            <a:off x="3146217" y="3037305"/>
            <a:ext cx="64362" cy="64362"/>
          </a:xfrm>
          <a:prstGeom prst="ellipse">
            <a:avLst/>
          </a:prstGeom>
          <a:solidFill>
            <a:srgbClr val="FFFFFF"/>
          </a:solidFill>
          <a:ln/>
        </p:spPr>
      </p:sp>
      <p:sp>
        <p:nvSpPr>
          <p:cNvPr id="20" name="Shape 18"/>
          <p:cNvSpPr/>
          <p:nvPr/>
        </p:nvSpPr>
        <p:spPr>
          <a:xfrm>
            <a:off x="3455155" y="3037305"/>
            <a:ext cx="64362" cy="64362"/>
          </a:xfrm>
          <a:prstGeom prst="ellipse">
            <a:avLst/>
          </a:prstGeom>
          <a:solidFill>
            <a:srgbClr val="FFFFFF"/>
          </a:solidFill>
          <a:ln/>
        </p:spPr>
      </p:sp>
      <p:sp>
        <p:nvSpPr>
          <p:cNvPr id="21" name="Shape 19"/>
          <p:cNvSpPr/>
          <p:nvPr/>
        </p:nvSpPr>
        <p:spPr>
          <a:xfrm>
            <a:off x="2689433" y="2481316"/>
            <a:ext cx="1171346" cy="825155"/>
          </a:xfrm>
          <a:prstGeom prst="rect">
            <a:avLst/>
          </a:prstGeom>
          <a:ln w="19050">
            <a:solidFill>
              <a:srgbClr val="4FA8FF"/>
            </a:solidFill>
            <a:prstDash val="solid"/>
          </a:ln>
        </p:spPr>
      </p:sp>
      <p:sp>
        <p:nvSpPr>
          <p:cNvPr id="22" name="Shape 20"/>
          <p:cNvSpPr/>
          <p:nvPr/>
        </p:nvSpPr>
        <p:spPr>
          <a:xfrm>
            <a:off x="2689433" y="2307580"/>
            <a:ext cx="1171346" cy="173736"/>
          </a:xfrm>
          <a:prstGeom prst="rect">
            <a:avLst/>
          </a:prstGeom>
          <a:solidFill>
            <a:srgbClr val="4FA8FF"/>
          </a:solidFill>
          <a:ln/>
        </p:spPr>
      </p:sp>
      <p:sp>
        <p:nvSpPr>
          <p:cNvPr id="23" name="Text 21"/>
          <p:cNvSpPr txBox="1"/>
          <p:nvPr/>
        </p:nvSpPr>
        <p:spPr>
          <a:xfrm>
            <a:off x="2716865" y="2312152"/>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4" name="Shape 22"/>
          <p:cNvSpPr/>
          <p:nvPr/>
        </p:nvSpPr>
        <p:spPr>
          <a:xfrm>
            <a:off x="2145929" y="1511759"/>
            <a:ext cx="345157" cy="443521"/>
          </a:xfrm>
          <a:prstGeom prst="roundRect">
            <a:avLst>
              <a:gd name="adj" fmla="val 10597"/>
            </a:avLst>
          </a:prstGeom>
          <a:solidFill>
            <a:srgbClr val="2B3945"/>
          </a:solidFill>
          <a:ln/>
        </p:spPr>
      </p:sp>
      <p:sp>
        <p:nvSpPr>
          <p:cNvPr id="25" name="Shape 23"/>
          <p:cNvSpPr/>
          <p:nvPr/>
        </p:nvSpPr>
        <p:spPr>
          <a:xfrm>
            <a:off x="2221863" y="1551676"/>
            <a:ext cx="193288" cy="193288"/>
          </a:xfrm>
          <a:prstGeom prst="ellipse">
            <a:avLst/>
          </a:prstGeom>
          <a:solidFill>
            <a:srgbClr val="FF5A4E"/>
          </a:solidFill>
          <a:ln/>
        </p:spPr>
      </p:sp>
      <p:sp>
        <p:nvSpPr>
          <p:cNvPr id="26" name="Shape 24"/>
          <p:cNvSpPr/>
          <p:nvPr/>
        </p:nvSpPr>
        <p:spPr>
          <a:xfrm>
            <a:off x="2221863" y="1684732"/>
            <a:ext cx="193288" cy="193288"/>
          </a:xfrm>
          <a:prstGeom prst="ellipse">
            <a:avLst/>
          </a:prstGeom>
          <a:solidFill>
            <a:srgbClr val="5F6B75"/>
          </a:solidFill>
          <a:ln/>
        </p:spPr>
      </p:sp>
      <p:sp>
        <p:nvSpPr>
          <p:cNvPr id="27" name="Shape 25"/>
          <p:cNvSpPr/>
          <p:nvPr/>
        </p:nvSpPr>
        <p:spPr>
          <a:xfrm>
            <a:off x="2221863" y="1817788"/>
            <a:ext cx="193288" cy="193288"/>
          </a:xfrm>
          <a:prstGeom prst="ellipse">
            <a:avLst/>
          </a:prstGeom>
          <a:solidFill>
            <a:srgbClr val="5F6B75"/>
          </a:solidFill>
          <a:ln/>
        </p:spPr>
      </p:sp>
      <p:sp>
        <p:nvSpPr>
          <p:cNvPr id="28" name="Shape 26"/>
          <p:cNvSpPr/>
          <p:nvPr/>
        </p:nvSpPr>
        <p:spPr>
          <a:xfrm>
            <a:off x="1986625" y="1475659"/>
            <a:ext cx="663763" cy="515722"/>
          </a:xfrm>
          <a:prstGeom prst="rect">
            <a:avLst/>
          </a:prstGeom>
          <a:ln w="19050">
            <a:solidFill>
              <a:srgbClr val="FFB020"/>
            </a:solidFill>
            <a:prstDash val="solid"/>
          </a:ln>
        </p:spPr>
      </p:sp>
      <p:sp>
        <p:nvSpPr>
          <p:cNvPr id="29" name="Shape 27"/>
          <p:cNvSpPr/>
          <p:nvPr/>
        </p:nvSpPr>
        <p:spPr>
          <a:xfrm>
            <a:off x="1986625" y="1301923"/>
            <a:ext cx="786384" cy="173736"/>
          </a:xfrm>
          <a:prstGeom prst="rect">
            <a:avLst/>
          </a:prstGeom>
          <a:solidFill>
            <a:srgbClr val="FFB020"/>
          </a:solidFill>
          <a:ln/>
        </p:spPr>
      </p:sp>
      <p:sp>
        <p:nvSpPr>
          <p:cNvPr id="30" name="Text 28"/>
          <p:cNvSpPr txBox="1"/>
          <p:nvPr/>
        </p:nvSpPr>
        <p:spPr>
          <a:xfrm>
            <a:off x="2014057" y="130649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1" name="Shape 29"/>
          <p:cNvSpPr/>
          <p:nvPr/>
        </p:nvSpPr>
        <p:spPr>
          <a:xfrm>
            <a:off x="539496" y="3310128"/>
            <a:ext cx="3831336" cy="475488"/>
          </a:xfrm>
          <a:prstGeom prst="rect">
            <a:avLst/>
          </a:prstGeom>
          <a:solidFill>
            <a:srgbClr val="0B1F3A">
              <a:alpha val="78000"/>
            </a:srgbClr>
          </a:solidFill>
          <a:ln/>
        </p:spPr>
      </p:sp>
      <p:sp>
        <p:nvSpPr>
          <p:cNvPr id="32" name="Text 30"/>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cái mà camera nhìn thấy.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示意圖，畫的是相機看到的畫面。在 CARLA 裡，天氣、光線、行人、號誌全都可以調。</a:t>
            </a:r>
            <a:endParaRPr lang="en-US" sz="1000" dirty="0"/>
          </a:p>
        </p:txBody>
      </p:sp>
      <p:sp>
        <p:nvSpPr>
          <p:cNvPr id="33" name="Shape 31"/>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4" name="Shape 32"/>
          <p:cNvSpPr/>
          <p:nvPr/>
        </p:nvSpPr>
        <p:spPr>
          <a:xfrm>
            <a:off x="4919472" y="1408176"/>
            <a:ext cx="347472" cy="347472"/>
          </a:xfrm>
          <a:prstGeom prst="ellipse">
            <a:avLst/>
          </a:prstGeom>
          <a:solidFill>
            <a:srgbClr val="D9463E"/>
          </a:solidFill>
          <a:ln/>
        </p:spPr>
      </p:sp>
      <p:sp>
        <p:nvSpPr>
          <p:cNvPr id="35" name="Text 33"/>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6" name="Text 34"/>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7" name="Text 35"/>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≈2:00</a:t>
            </a:r>
            <a:endParaRPr lang="en-US" sz="900" dirty="0"/>
          </a:p>
        </p:txBody>
      </p:sp>
      <p:sp>
        <p:nvSpPr>
          <p:cNvPr id="38" name="Text 36">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39" name="Shape 37"/>
          <p:cNvSpPr/>
          <p:nvPr/>
        </p:nvSpPr>
        <p:spPr>
          <a:xfrm>
            <a:off x="4919472" y="2304288"/>
            <a:ext cx="36576" cy="237744"/>
          </a:xfrm>
          <a:prstGeom prst="rect">
            <a:avLst/>
          </a:prstGeom>
          <a:solidFill>
            <a:srgbClr val="00A896"/>
          </a:solidFill>
          <a:ln/>
        </p:spPr>
      </p:sp>
      <p:sp>
        <p:nvSpPr>
          <p:cNvPr id="40" name="Text 38"/>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1" name="Shape 39"/>
          <p:cNvSpPr/>
          <p:nvPr/>
        </p:nvSpPr>
        <p:spPr>
          <a:xfrm>
            <a:off x="4919472" y="2796943"/>
            <a:ext cx="36576" cy="237744"/>
          </a:xfrm>
          <a:prstGeom prst="rect">
            <a:avLst/>
          </a:prstGeom>
          <a:solidFill>
            <a:srgbClr val="00A896"/>
          </a:solidFill>
          <a:ln/>
        </p:spPr>
      </p:sp>
      <p:sp>
        <p:nvSpPr>
          <p:cNvPr id="42" name="Text 40"/>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3" name="Shape 41"/>
          <p:cNvSpPr/>
          <p:nvPr/>
        </p:nvSpPr>
        <p:spPr>
          <a:xfrm>
            <a:off x="4919472" y="3289598"/>
            <a:ext cx="36576" cy="237744"/>
          </a:xfrm>
          <a:prstGeom prst="rect">
            <a:avLst/>
          </a:prstGeom>
          <a:solidFill>
            <a:srgbClr val="00A896"/>
          </a:solidFill>
          <a:ln/>
        </p:spPr>
      </p:sp>
      <p:sp>
        <p:nvSpPr>
          <p:cNvPr id="44" name="Text 42"/>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5" name="Shape 43"/>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6" name="Text 44"/>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48"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49" name="Text 4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17</a:t>
            </a:r>
            <a:endParaRPr lang="en-US" sz="900" dirty="0"/>
          </a:p>
        </p:txBody>
      </p:sp>
      <p:sp>
        <p:nvSpPr>
          <p:cNvPr id="50" name="Text 4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17</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2026-09-21T14:49:33Z</dcterms:created>
  <dcterms:modified xsi:type="dcterms:W3CDTF">2026-09-21T14:49:33Z</dcterms:modified>
</cp:coreProperties>
</file>