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（把任務單發下去。前三題有數字，第四題是文字。）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（分配時間：第一題 5 分鐘、第二題 15 分鐘、第三題 5 分鐘、第四題 5 分鐘，最後 10 分鐘上台。）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（這一題看起來很簡單，但它有一個埋伏。）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（走動巡視。學生會陸續發現三次的原因不一樣。）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（如果有組別跑三次都沒撞，請他們多跑幾次，或者記下「跑了幾次才撞」——那也是有用的資訊。）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（先講清楚為什麼是比「撐最久」，不是「不准撞」。）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我自己跑過七十次，三個參數全部拉到最大，也撐不過九十秒。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（學生聽到這裡通常會愣一下，那個反應是好的。）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（操作提醒，走動時反覆強調。）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，這是我自己實測的中位數，各組跑出來會有出入：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調到三十條、四十五公尺、一百二十度，大約撐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，差不多快了一倍。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所以參數是真的有用的。但是——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（這句話先不要講，留到上台那一頁再揭曉，讓學生自己去撞上這個發現：再往上拉到滿檔，並不會更好。）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（巡視時可以問各組：你現在改的是哪一個？為什麼改它？逼他們講出理由。）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十五分鐘後，每組要交出：撐最久的那個秒數，加上當時的三個數字。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（這一題有一個陷阱，我要各位自己踩進去。）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（一定要讓學生自己回答。多數人會先愣一下。）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（在白板上把兩件事分開寫：）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（如果有組別兩個都做了，那也很好——真車就是兩個都做。）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（補一句物理：真車在濕路面上減速度只剩一半，煞停距離反而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。我們的模擬器沒有模擬這件事——這本身就是第一節講的「物理落差」的例子。）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（預期答案：光達。這題大部分人會答對。）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（讓各組自己寫三句話，不要急著給答案。走動看他們寫什麼。）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提示三個方向：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（停一下講這第三點。）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（收上來的紙留著。第八週講完感知，可以拿出來對照，讓學生看自己當初寫了什麼。）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（這一頁是給提早做完的組別，不是全班必做。）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上週第三週我們講過旋轉式光達。這裡複習一下它的取捨：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：只看前方那個扇形，但那個扇形裡的資料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：看得到一整圈，但每個方向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（問提早做完的組別）零點一秒很短，有差嗎？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（讓他們算：時速五十是每秒十三點九公尺，零點一秒就是一點四公尺。）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（這個探索沒有標準答案，但它會讓學生看到：換一種感測器，整組參數可能都要重配。這正是第三章要講的事。）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（老師在白板上開一個表格，記每組撐了幾秒，還有當時的三個數字。）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（通常沒有。這件事本身就值得講：同一個問題，不同的人配出不同的解。）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（這裡要揭曉我剛剛保留的那件事。先問全班一個問題。）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我先問各位：三個參數全部拉到最大的那一組，是不是撐最久的？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（通常不是，這個結果會讓學生意外。）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我自己實測的結果是這樣。射線三十條、長度四十五公尺、張角一百二十度，大約撐三十四秒。三個全部拉到滿檔——六十條、六十公尺——只多撐到四十二秒，沒有再進步了。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為什麼？回想第二節那張圖：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射線的數量是固定的，攤得愈廣就愈稀。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張角從一百二十度放大到一百五十度，聽起來看得更廣，可是我實測反而掉到二十七秒，因為每一條射線之間的縫變大了，機車就是從那個縫鑽進來的。反過來把張角收到九十度，也只剩二十二秒，因為側面來的車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一百二十度左右是最好的。這個「甜蜜點」不是我告訴各位的，是各位自己調出來的。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（在白板上把範圍圈出來，例如射線 20–35 條、長度 30–50 公尺、張角 100–140 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（把白板拍照留下。第五週第一節開場，我會拿真正的光達規格表來跟這張照片對照——那時候各位會發現，自己掃出來的範圍，跟真實產品的規格意外地接近。）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（四題都唸完再開始討論，不要一題一題來。）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（一分鐘後收答案，下一頁公布。）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（各位今天掃參數的時候，應該已經自己體會到了：張角一百二十度大約撐三十四秒，放大到一百五十度反而掉到二十七秒。射線被攤稀了，機車就從縫裡鑽進來。）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（這四句話，是今天三節課的總複習。如果各位都答對了，今天的課就沒有白上。）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（下週會把學生拍的照片投影出來一起看。這比任何教科書的例子都有效，因為那是他們自己走過的路。）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57831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776389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936121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117763" y="2040502"/>
            <a:ext cx="0" cy="53108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17763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7763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7763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080" y="2522903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2902" y="2005096"/>
            <a:ext cx="708111" cy="708111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11013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3579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3985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6957" y="271320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91416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897026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825874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897026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91416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356957" y="182806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533985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663579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08275" y="2310469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8846" y="2292492"/>
            <a:ext cx="177028" cy="133320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62217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5256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2026-09-21T14:49:02Z</dcterms:created>
  <dcterms:modified xsi:type="dcterms:W3CDTF">2026-09-21T14:49:02Z</dcterms:modified>
</cp:coreProperties>
</file>