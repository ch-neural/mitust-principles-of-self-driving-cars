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第三節開場。今天整節上機，目標是全班一起掃出「河內尖峰的最低感測器規格」。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圈主標「為河內配一組感測器」。說明各組掃出來的數字最後會合成一張表。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575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我把任務單發下去。前三題有數字，第四題是文字。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交代四題的順序與時間，讓各組知道自己該在什麼時候做什麼。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圈第二題那一格——那是今天的主菜，佔十五分鐘。再圈總時間。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時間是這樣分的：第一題五分鐘、第二題十五分鐘、第三題五分鐘、第四題五分鐘，最後十分鐘上台。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第一題。先什麼都不改，看它怎麼撞，重點是讓學生發現三次撞的原因不一樣。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圈題目裡的「什麼都不要改」。請各組把右欄事件紀錄的最後一行抄下來。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這一題看起來很簡單，可是它有一個埋伏。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如果有組別跑三次都沒撞，就多跑幾次，或者記下「跑了幾次才撞」，那也是有用的資訊。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今天的主菜。這一題要先教會學生把車流固定住，再一次只改一個參數。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先圈左欄的「固定車流」勾選框與種子欄位，這是這一題成敗的關鍵。再圈題目的「跑三次取最好」。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目標：調三個參數，讓車子在撞車前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。每組跑三次，取最好的那一次。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我先講清楚，為什麼這一題是比「撐最久」，而不是「不准撞」。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把左邊的「固定車流」打勾，種子填一個你們自己的號碼。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為什麼？第一題各位已經看到了，同樣的參數跑三次會撞在三個不同的地方。如果每一趟的車流都不一樣，你根本分不出秒數變長是因為你調對了，還是因為這一趟運氣好。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固定車流之後按重新開始，出現的會是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這就是第二節講的「掃參數」在真實工程裡的樣子：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所以今天的題目是：在搞不定的環境裡，你能把界線推到多遠？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同一組參數至少要換三個種子試。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一個種子只是一個路況，換個種子結論可能就反過來。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我先給各位一組參考數字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，這是我用九個固定種子跑出來的中位數：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預設的九條、二十五公尺、一百二十度，大約撐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三個參數全部拉到最滿，六十條、一百二十公尺、一百八十度，大約撐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二十一秒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從十五到二十一。把規格拉到最滿，只多撐六秒。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。後面那件事我先留著，等上台那一頁再揭曉。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我會一組一組問：你現在改的是哪一個？為什麼改它？請各位講得出理由。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十五分鐘後，每組要交出四樣東西：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你們用的種子、撐最久的秒數、當時的三個數字，還有一句話——你改的哪一個參數最有用。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第三題。保留自己調好的三個數字，只把雨天打開，看兩條線交叉。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圈「三個數字不要動」。操作時用左欄的「第三題 只加雨天」按鈕，不要手動改參數。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這一題有一個陷阱，我要各位自己踩進去。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我在白板上把兩件事分開寫。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第四題是文字題，把模擬器的射線接回真實的光達。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圈題目的「少了哪些能力」。提示他們回想第三週那六張感測器卡。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答案是光達，這題大部分的人會答對。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請各組自己寫三句話，先不要急著問我答案。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我給三個方向當提示。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收上來的紙我會留著。第八週講完感知之後，我會拿出來給各位對照，看看自己當初寫了什麼。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給提早做完的組別加碼：切換固定式與旋轉式光達。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圈兩個按鈕，再圈說明裡「輪流掃」三個字。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上週第三週我們講過旋轉式光達，這裡複習一下它的取捨。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只看前方那個扇形，可是那個扇形裡的資料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看得到一整圈，可是每個方向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要等它轉一圈才更新一次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我問做完的那幾組一個問題。零點一秒很短，有差嗎？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大家算一下：時速五十是每秒十三點九公尺，零點一秒就是一點四公尺。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這個探索沒有標準答案，可是它會讓各位看到一件事：換一種感測器，整組參數可能都要重配。這正是第三章要講的。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上台環節。這是今天最重要的十分鐘，全班的數字要在白板上合成一張表。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在白板上開三欄記數字。揭曉那一段請圈第 4 張講過的射線長度——重點是「過了門檻再加沒有用」。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我在白板上開一個表格，記每一組撐了幾秒，還有當時的三個數字。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通常沒有。這件事本身就值得講：同一個問題，不同的人配出不同的解。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撐最久的那一組，用的是哪三個數字？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現在我要揭曉剛剛保留的那件事。我先問全班一個問題。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有沒有哪一組，把射線長度愈拉愈長，秒數卻一動也不動？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通常會有人舉手。這不是你們調錯，這是真的。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我用九個固定種子實測過：射線長度四十五公尺和一百二十公尺，九個種子跑出來的秒數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一秒都沒有差，九個數字一模一樣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為什麼？回到第一節第七張那條煞停距離。這個場景的目標車速是四十公里，煞停距離十三點六公尺。所以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二十五公尺就已經夠了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。超過那個門檻之後，再長的射線，車子根本用不到——它煞車的依據是「前面十三公尺內有沒有東西」，不是「我看得到一百二十公尺」。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請大家把這一句寫下來：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規格不是愈大愈好，是要剛好跨過那個門檻。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跨過去之後再加，錢是白花的。這句話第五週讀真規格表的時候，我們會再用到一次。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那射線數和張角呢？有一點用，但是也不多。從九條加到六十條、張角從九十度開到一百八十度，中位數只從十五秒進步到二十一秒。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我在白板上把範圍圈出來，例如射線二十到三十五條、張角一百到一百四十度；長度那一欄我只圈一個下限，二十五公尺。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它不是我給各位的，是全班一起掃出來的。而且各位現在知道，這張表上有兩種欄位：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有的是愈多愈好，有的只是一道門檻。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我把白板拍照留下來。第五週第一節開場，我會拿真正的光達規格表來跟這張照片對照。那時候各位會發現，自己掃出來的範圍，跟真實產品的規格意外地接近。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四句是非題，當作三節課的總複習。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一句一句圈，每圈一句給一分鐘，先讓學生表態再公布答案。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四題我先全部唸完，再開始討論，不要一題一題來。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四句依序圈。第三句要回到今天各組自己掃出來的結果，不要只用道理講。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四十五公尺和一百二十公尺，九個種子跑出來一秒都不差。規格不是愈大愈好，是要剛好跨過門檻。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下週預告，把今天掃出來的規格接到第五週的真規格表。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圈「真規格表」，告訴他們今天白板那張照片下週第一節會拿出來對照。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有三件事。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下週我會把各位拍的照片投影出來一起看。那比任何教科書的例子都有效，因為那是你們自己走過的路。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8063" y="935550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1219050"/>
            <a:ext cx="5811750" cy="686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264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7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2640" dirty="0"/>
          </a:p>
        </p:txBody>
      </p:sp>
      <p:sp>
        <p:nvSpPr>
          <p:cNvPr id="6" name="Shape 4"/>
          <p:cNvSpPr/>
          <p:nvPr/>
        </p:nvSpPr>
        <p:spPr>
          <a:xfrm>
            <a:off x="1418063" y="2160629"/>
            <a:ext cx="1063125" cy="3189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8063" y="2316554"/>
            <a:ext cx="5528250" cy="64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2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12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7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0" name="Text 8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97155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67600" y="230429"/>
            <a:ext cx="6408801" cy="6624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17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6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1730" dirty="0"/>
          </a:p>
        </p:txBody>
      </p:sp>
      <p:sp>
        <p:nvSpPr>
          <p:cNvPr id="3" name="Shape 1"/>
          <p:cNvSpPr/>
          <p:nvPr/>
        </p:nvSpPr>
        <p:spPr>
          <a:xfrm>
            <a:off x="1367600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900466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00466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80" dirty="0"/>
          </a:p>
        </p:txBody>
      </p:sp>
      <p:sp>
        <p:nvSpPr>
          <p:cNvPr id="6" name="Text 4"/>
          <p:cNvSpPr txBox="1"/>
          <p:nvPr/>
        </p:nvSpPr>
        <p:spPr>
          <a:xfrm>
            <a:off x="1468412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468412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va chạm đầu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記前三次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2807780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023807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6673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56673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80" dirty="0"/>
          </a:p>
        </p:txBody>
      </p:sp>
      <p:sp>
        <p:nvSpPr>
          <p:cNvPr id="12" name="Text 10"/>
          <p:cNvSpPr txBox="1"/>
          <p:nvPr/>
        </p:nvSpPr>
        <p:spPr>
          <a:xfrm>
            <a:off x="3124619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24619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lâu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lần lấy lần tốt nhất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3 次取最好</a:t>
            </a:r>
            <a:endParaRPr lang="en-US" sz="830" dirty="0"/>
          </a:p>
        </p:txBody>
      </p:sp>
      <p:sp>
        <p:nvSpPr>
          <p:cNvPr id="14" name="Text 12"/>
          <p:cNvSpPr txBox="1"/>
          <p:nvPr/>
        </p:nvSpPr>
        <p:spPr>
          <a:xfrm>
            <a:off x="4463987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80014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212880" y="1036930"/>
            <a:ext cx="374447" cy="374447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12880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4780826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80826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Trụ được bao lâu?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gì, vì sao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這次撐多久？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改什麼、為什麼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6120194" y="1613002"/>
            <a:ext cx="21602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336221" y="892912"/>
            <a:ext cx="1440180" cy="21458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69087" y="1036930"/>
            <a:ext cx="374447" cy="37444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69087" y="1116140"/>
            <a:ext cx="374447" cy="21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80" dirty="0"/>
          </a:p>
        </p:txBody>
      </p:sp>
      <p:sp>
        <p:nvSpPr>
          <p:cNvPr id="24" name="Text 22"/>
          <p:cNvSpPr txBox="1"/>
          <p:nvPr/>
        </p:nvSpPr>
        <p:spPr>
          <a:xfrm>
            <a:off x="6437033" y="1483385"/>
            <a:ext cx="1238555" cy="518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1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37033" y="2030654"/>
            <a:ext cx="1238555" cy="921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83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Thiếu gì?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</a:t>
            </a:r>
            <a:endParaRPr lang="en-US" sz="83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7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少了什麼？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1367600" y="3153994"/>
            <a:ext cx="6408801" cy="446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9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98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57961" y="100813"/>
            <a:ext cx="648081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710" dirty="0"/>
          </a:p>
        </p:txBody>
      </p:sp>
      <p:sp>
        <p:nvSpPr>
          <p:cNvPr id="30" name="Text 26"/>
          <p:cNvSpPr txBox="1"/>
          <p:nvPr/>
        </p:nvSpPr>
        <p:spPr>
          <a:xfrm>
            <a:off x="1727645" y="100813"/>
            <a:ext cx="1584198" cy="2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 Chạy 3 lần, lấy lần tốt nhất.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調三個參數，讓車子在撞車前撐得最久。跑三次，取最好的那一次。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số giây trụ được lâu nhất, kèm ba con số lúc đó.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要交的是：撐最久的那個秒數，加上當時的三個數字。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nhóm nào qua được 90 giây — kể cả khi kéo cả ba lên tối đa. Đó chính là bài học.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沒有一組能撐過 90 秒——就算三個都拉到最大也一樣。這正是這一題要教的事。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Trụ được bao lâu?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三個數字不要動，把雨天打開。這次撐得了多久？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bao nhiêu giây? Bạn đổi gì để kéo lại? Ghi lại đổi gì và VÌ SAO.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少撐了幾秒？你要改什麼把它拉回來？寫下改了什麼、還有為什麼。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942514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41758" y="333913"/>
            <a:ext cx="6460485" cy="2177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90" dirty="0"/>
          </a:p>
        </p:txBody>
      </p:sp>
      <p:sp>
        <p:nvSpPr>
          <p:cNvPr id="3" name="Shape 1"/>
          <p:cNvSpPr/>
          <p:nvPr/>
        </p:nvSpPr>
        <p:spPr>
          <a:xfrm>
            <a:off x="1341758" y="874706"/>
            <a:ext cx="1959922" cy="1996217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H="1" flipV="1">
            <a:off x="1464734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 flipV="1">
            <a:off x="1558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685655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829851" y="1619854"/>
            <a:ext cx="1" cy="4216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829851" y="1645280"/>
            <a:ext cx="144196" cy="39617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829851" y="1718490"/>
            <a:ext cx="271000" cy="322965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829851" y="1830655"/>
            <a:ext cx="365117" cy="210801"/>
          </a:xfrm>
          <a:prstGeom prst="line">
            <a:avLst/>
          </a:prstGeom>
          <a:noFill/>
          <a:ln w="15240">
            <a:solidFill>
              <a:srgbClr val="2E6E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91204" y="2002809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12" name="Shape 10"/>
          <p:cNvSpPr/>
          <p:nvPr/>
        </p:nvSpPr>
        <p:spPr>
          <a:xfrm>
            <a:off x="2532519" y="1591747"/>
            <a:ext cx="562134" cy="562134"/>
          </a:xfrm>
          <a:prstGeom prst="donut">
            <a:avLst/>
          </a:prstGeom>
          <a:solidFill>
            <a:srgbClr val="2E6E4E">
              <a:alpha val="4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094654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56998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54120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13586" y="2153882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2602786" y="2116226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H="1">
            <a:off x="2448470" y="2013349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391986" y="1872815"/>
            <a:ext cx="140534" cy="1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2448470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 flipV="1">
            <a:off x="2602786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 flipV="1">
            <a:off x="2813586" y="1451213"/>
            <a:ext cx="1" cy="140534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954120" y="1507697"/>
            <a:ext cx="70267" cy="121706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3056998" y="1662014"/>
            <a:ext cx="121706" cy="70267"/>
          </a:xfrm>
          <a:prstGeom prst="line">
            <a:avLst/>
          </a:prstGeom>
          <a:noFill/>
          <a:ln w="13970">
            <a:solidFill>
              <a:srgbClr val="2E6E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74940" y="1834168"/>
            <a:ext cx="77293" cy="77293"/>
          </a:xfrm>
          <a:prstGeom prst="ellipse">
            <a:avLst/>
          </a:prstGeom>
          <a:solidFill>
            <a:srgbClr val="2E6E4E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1452" y="1819897"/>
            <a:ext cx="140534" cy="105836"/>
          </a:xfrm>
          <a:prstGeom prst="rightArrow">
            <a:avLst/>
          </a:prstGeom>
          <a:solidFill>
            <a:srgbClr val="9AA6B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664629" y="1047093"/>
            <a:ext cx="4137614" cy="79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1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1830" dirty="0"/>
          </a:p>
        </p:txBody>
      </p:sp>
      <p:sp>
        <p:nvSpPr>
          <p:cNvPr id="28" name="Text 26"/>
          <p:cNvSpPr txBox="1"/>
          <p:nvPr/>
        </p:nvSpPr>
        <p:spPr>
          <a:xfrm>
            <a:off x="3664629" y="1917989"/>
            <a:ext cx="4137614" cy="853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99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9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990" dirty="0"/>
          </a:p>
        </p:txBody>
      </p:sp>
      <p:sp>
        <p:nvSpPr>
          <p:cNvPr id="29" name="Shape 27"/>
          <p:cNvSpPr/>
          <p:nvPr/>
        </p:nvSpPr>
        <p:spPr>
          <a:xfrm>
            <a:off x="1341758" y="3106840"/>
            <a:ext cx="6460485" cy="493610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486937" y="3164912"/>
            <a:ext cx="6170126" cy="391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9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1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990" dirty="0"/>
          </a:p>
        </p:txBody>
      </p:sp>
      <p:pic>
        <p:nvPicPr>
          <p:cNvPr id="32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29622" y="101626"/>
            <a:ext cx="653307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710" dirty="0"/>
          </a:p>
        </p:txBody>
      </p:sp>
      <p:sp>
        <p:nvSpPr>
          <p:cNvPr id="34" name="Text 30"/>
          <p:cNvSpPr txBox="1"/>
          <p:nvPr/>
        </p:nvSpPr>
        <p:spPr>
          <a:xfrm>
            <a:off x="1704706" y="101626"/>
            <a:ext cx="1596974" cy="203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lên bảng: số giây trụ được · số tia · chiều dài · góc quét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老師在白板上記：撐了幾秒・射線數・長度・張角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trụ lâu nhất dùng ba con số nào?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看有沒有兩組完全一樣。撐最久的那一組，用的是哪三個數字？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36345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105250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74156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54057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862496"/>
            <a:ext cx="36739" cy="54057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833104"/>
            <a:ext cx="6319157" cy="6287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587137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557746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1302204" y="2160270"/>
            <a:ext cx="36739" cy="411480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2130879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1302204" y="2733403"/>
            <a:ext cx="36739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704011"/>
            <a:ext cx="6319157" cy="4996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08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6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720" dirty="0"/>
          </a:p>
        </p:txBody>
      </p:sp>
      <p:sp>
        <p:nvSpPr>
          <p:cNvPr id="14" name="Text 1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2026-09-24T08:43:47Z</dcterms:created>
  <dcterms:modified xsi:type="dcterms:W3CDTF">2026-09-24T08:43:47Z</dcterms:modified>
</cp:coreProperties>
</file>