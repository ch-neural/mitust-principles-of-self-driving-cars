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我把任務單發下去。前三題有數字，第四題是文字。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時間是這樣分的：第一題五分鐘、第二題十五分鐘、第三題五分鐘、第四題五分鐘，最後十分鐘上台。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這一題看起來很簡單，可是它有一個埋伏。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如果有組別跑三次都沒撞，就多跑幾次，或者記下「跑了幾次才撞」，那也是有用的資訊。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我先講清楚，為什麼這一題是比「撐最久」，而不是「不准撞」。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在開始調之前，請各組先做一件事：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把左邊的「固定車流」打勾，種子填一個你們自己的號碼。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為什麼？第一題各位已經看到了，同樣的參數跑三次會撞在三個不同的地方。如果每一趟的車流都不一樣，你根本分不出秒數變長是因為你調對了，還是因為這一趟運氣好。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固定車流之後按重新開始，出現的會是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。這時候你改一個參數，秒數的變化就真的是那個參數造成的。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這就是第二節講的「掃參數」在真實工程裡的樣子：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同一組參數至少要換三個種子試。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一個種子只是一個路況，換個種子結論可能就反過來。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，這是我用九個固定種子跑出來的中位數：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三個參數全部拉到最滿，六十條、一百二十公尺、一百八十度，大約撐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二十一秒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從十五到二十一。把規格拉到最滿，只多撐六秒。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。後面那件事我先留著，等上台那一頁再揭曉。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我會一組一組問：你現在改的是哪一個？為什麼改它？請各位講得出理由。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十五分鐘後，每組要交出四樣東西：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你們用的種子、撐最久的秒數、當時的三個數字，還有一句話——你改的哪一個參數最有用。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這一題有一個陷阱，我要各位自己踩進去。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我在白板上把兩件事分開寫。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答案是光達，這題大部分的人會答對。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請各組自己寫三句話，先不要急著問我答案。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我給三個方向當提示。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收上來的紙我會留著。第八週講完感知之後，我會拿出來給各位對照，看看自己當初寫了什麼。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上週第三週我們講過旋轉式光達，這裡複習一下它的取捨。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只看前方那個扇形，可是那個扇形裡的資料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看得到一整圈，可是每個方向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要等它轉一圈才更新一次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我問做完的那幾組一個問題。零點一秒很短，有差嗎？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大家算一下：時速五十是每秒十三點九公尺，零點一秒就是一點四公尺。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這個探索沒有標準答案，可是它會讓各位看到一件事：換一種感測器，整組參數可能都要重配。這正是第三章要講的。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我在白板上開一個表格，記每一組撐了幾秒，還有當時的三個數字。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通常沒有。這件事本身就值得講：同一個問題，不同的人配出不同的解。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現在我要揭曉剛剛保留的那件事。我先問全班一個問題。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有沒有哪一組，把射線長度愈拉愈長，秒數卻一動也不動？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通常會有人舉手。這不是你們調錯，這是真的。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我用九個固定種子實測過：射線長度四十五公尺和一百二十公尺，九個種子跑出來的秒數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一秒都沒有差，九個數字一模一樣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為什麼？回到第一節第七張那條煞停距離。這個場景的目標車速是四十公里，煞停距離十三點六公尺。所以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二十五公尺就已經夠了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。超過那個門檻之後，再長的射線，車子根本用不到——它煞車的依據是「前面十三公尺內有沒有東西」，不是「我看得到一百二十公尺」。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請大家把這一句寫下來：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規格不是愈大愈好，是要剛好跨過那個門檻。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跨過去之後再加，錢是白花的。這句話第五週讀真規格表的時候，我們會再用到一次。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那射線數和張角呢？有一點用，但是也不多。從九條加到六十條、張角從九十度開到一百八十度，中位數只從十五秒進步到二十一秒。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我在白板上把範圍圈出來，例如射線二十到三十五條、張角一百到一百四十度；長度那一欄我只圈一個下限，二十五公尺。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它不是我給各位的，是全班一起掃出來的。而且各位現在知道，這張表上有兩種欄位：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有的是愈多愈好，有的只是一道門檻。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我把白板拍照留下來。第五週第一節開場，我會拿真正的光達規格表來跟這張照片對照。那時候各位會發現，自己掃出來的範圍，跟真實產品的規格意外地接近。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四題我先全部唸完，再開始討論，不要一題一題來。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四十五公尺和一百二十公尺，九個種子跑出來一秒都不差。規格不是愈大愈好，是要剛好跨過門檻。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下週我會把各位拍的照片投影出來一起看。那比任何教科書的例子都有效，因為那是你們自己走過的路。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160629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316554"/>
            <a:ext cx="5528250" cy="64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7155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67600" y="230429"/>
            <a:ext cx="6408801" cy="662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17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1730" dirty="0"/>
          </a:p>
        </p:txBody>
      </p:sp>
      <p:sp>
        <p:nvSpPr>
          <p:cNvPr id="3" name="Shape 1"/>
          <p:cNvSpPr/>
          <p:nvPr/>
        </p:nvSpPr>
        <p:spPr>
          <a:xfrm>
            <a:off x="1367600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00466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00466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0" dirty="0"/>
          </a:p>
        </p:txBody>
      </p:sp>
      <p:sp>
        <p:nvSpPr>
          <p:cNvPr id="6" name="Text 4"/>
          <p:cNvSpPr txBox="1"/>
          <p:nvPr/>
        </p:nvSpPr>
        <p:spPr>
          <a:xfrm>
            <a:off x="1468412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68412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2807780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3807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6673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56673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0" dirty="0"/>
          </a:p>
        </p:txBody>
      </p:sp>
      <p:sp>
        <p:nvSpPr>
          <p:cNvPr id="12" name="Text 10"/>
          <p:cNvSpPr txBox="1"/>
          <p:nvPr/>
        </p:nvSpPr>
        <p:spPr>
          <a:xfrm>
            <a:off x="3124619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24619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830" dirty="0"/>
          </a:p>
        </p:txBody>
      </p:sp>
      <p:sp>
        <p:nvSpPr>
          <p:cNvPr id="14" name="Text 12"/>
          <p:cNvSpPr txBox="1"/>
          <p:nvPr/>
        </p:nvSpPr>
        <p:spPr>
          <a:xfrm>
            <a:off x="4463987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0014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880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880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4780826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80826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6120194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36221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69087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69087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0" dirty="0"/>
          </a:p>
        </p:txBody>
      </p:sp>
      <p:sp>
        <p:nvSpPr>
          <p:cNvPr id="24" name="Text 22"/>
          <p:cNvSpPr txBox="1"/>
          <p:nvPr/>
        </p:nvSpPr>
        <p:spPr>
          <a:xfrm>
            <a:off x="6437033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37033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1367600" y="3153994"/>
            <a:ext cx="6408801" cy="44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9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98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57961" y="100813"/>
            <a:ext cx="648081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710" dirty="0"/>
          </a:p>
        </p:txBody>
      </p:sp>
      <p:sp>
        <p:nvSpPr>
          <p:cNvPr id="30" name="Text 26"/>
          <p:cNvSpPr txBox="1"/>
          <p:nvPr/>
        </p:nvSpPr>
        <p:spPr>
          <a:xfrm>
            <a:off x="1727645" y="100813"/>
            <a:ext cx="1584198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464734" y="1830655"/>
            <a:ext cx="365117" cy="2108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58851" y="1718490"/>
            <a:ext cx="271000" cy="32296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685655" y="1645280"/>
            <a:ext cx="144196" cy="39617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829851" y="1619854"/>
            <a:ext cx="1" cy="4216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829851" y="1645280"/>
            <a:ext cx="144196" cy="39617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829851" y="1718490"/>
            <a:ext cx="271000" cy="32296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829851" y="1830655"/>
            <a:ext cx="365117" cy="2108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91204" y="2002809"/>
            <a:ext cx="77293" cy="7729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532519" y="1591747"/>
            <a:ext cx="562134" cy="562134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094654" y="1872815"/>
            <a:ext cx="140534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56998" y="2013349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54120" y="2116226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13586" y="2153882"/>
            <a:ext cx="1" cy="14053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602786" y="2116226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2448470" y="2013349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391986" y="1872815"/>
            <a:ext cx="140534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2448470" y="1662014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602786" y="1507697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813586" y="1451213"/>
            <a:ext cx="1" cy="14053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954120" y="1507697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3056998" y="1662014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74940" y="1834168"/>
            <a:ext cx="77293" cy="7729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1452" y="1819897"/>
            <a:ext cx="140534" cy="105836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1830" dirty="0"/>
          </a:p>
        </p:txBody>
      </p:sp>
      <p:sp>
        <p:nvSpPr>
          <p:cNvPr id="28" name="Text 26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990" dirty="0"/>
          </a:p>
        </p:txBody>
      </p:sp>
      <p:sp>
        <p:nvSpPr>
          <p:cNvPr id="29" name="Shape 27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99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710" dirty="0"/>
          </a:p>
        </p:txBody>
      </p:sp>
      <p:sp>
        <p:nvSpPr>
          <p:cNvPr id="34" name="Text 30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54057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862496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833104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733403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704011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2026-09-24T08:18:22Z</dcterms:created>
  <dcterms:modified xsi:type="dcterms:W3CDTF">2026-09-24T08:18:22Z</dcterms:modified>
</cp:coreProperties>
</file>