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第三節開場。今天整節上機，目標是全班一起掃出「河內尖峰的最低感測器規格」。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圈主標「為河內配一組感測器」。說明各組掃出來的數字最後會合成一張表。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交代四題的順序與時間，讓各組知道自己該在什麼時候做什麼。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圈第二題那一格——那是今天的主菜，佔十五分鐘。再圈總時間。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第一題。先什麼都不改，看它怎麼撞，重點是讓學生發現三次撞的原因不一樣。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圈題目裡的「什麼都不要改」。請各組把右欄事件紀錄的最後一行抄下來。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今天的主菜。這一題要先教會學生把車流固定住，再一次只改一個參數。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先圈左欄的「固定車流」勾選框與種子欄位，這是這一題成敗的關鍵。再圈題目的「跑三次取最好」。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把左邊的「固定車流」打勾，種子填一個你們自己的號碼。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為什麼？第一題各位已經看到了，同樣的參數跑三次會撞在三個不同的地方。如果每一趟的車流都不一樣，你根本分不出秒數變長是因為你調對了，還是因為這一趟運氣好。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固定車流之後按重新開始，出現的會是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這就是第二節講的「掃參數」在真實工程裡的樣子：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同一組參數至少要換三個種子試。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一個種子只是一個路況，換個種子結論可能就反過來。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，這是我用九個固定種子跑出來的中位數：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三個參數全部拉到最滿，六十條、一百二十公尺、一百八十度，大約撐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二十一秒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從十五到二十一。把規格拉到最滿，只多撐六秒。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。後面那件事我先留著，等上台那一頁再揭曉。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十五分鐘後，每組要交出四樣東西：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你們用的種子、撐最久的秒數、當時的三個數字，還有一句話——你改的哪一個參數最有用。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第三題。保留自己調好的三個數字，只把雨天打開，看兩條線交叉。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圈「三個數字不要動」。操作時用左欄的「第三題 只加雨天」按鈕，不要手動改參數。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第四題是文字題，把模擬器的射線接回真實的光達。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圈題目的「少了哪些能力」。提示他們回想第三週那六張感測器卡。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給提早做完的組別加碼：切換固定式與旋轉式光達。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圈兩個按鈕，再圈說明裡「輪流掃」三個字。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上台環節。這是今天最重要的十分鐘，全班的數字要在白板上合成一張表。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在白板上開三欄記數字。揭曉那一段請圈第 4 張講過的射線長度——重點是「過了門檻再加沒有用」。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現在我要揭曉剛剛保留的那件事。我先問全班一個問題。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有沒有哪一組，把射線長度愈拉愈長，秒數卻一動也不動？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通常會有人舉手。這不是你們調錯，這是真的。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我用九個固定種子實測過：射線長度四十五公尺和一百二十公尺，九個種子跑出來的秒數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一秒都沒有差，九個數字一模一樣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為什麼？回到第一節第七張那條煞停距離。這個場景的目標車速是四十公里，煞停距離十三點六公尺。所以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二十五公尺就已經夠了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。超過那個門檻之後，再長的射線，車子根本用不到——它煞車的依據是「前面十三公尺內有沒有東西」，不是「我看得到一百二十公尺」。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請大家把這一句寫下來：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規格不是愈大愈好，是要剛好跨過那個門檻。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跨過去之後再加，錢是白花的。這句話第五週讀真規格表的時候，我們會再用到一次。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那射線數和張角呢？有一點用，但是也不多。從九條加到六十條、張角從九十度開到一百八十度，中位數只從十五秒進步到二十一秒。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我在白板上把範圍圈出來，例如射線二十到三十五條、張角一百到一百四十度；長度那一欄我只圈一個下限，二十五公尺。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它不是我給各位的，是全班一起掃出來的。而且各位現在知道，這張表上有兩種欄位：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有的是愈多愈好，有的只是一道門檻。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一句一句圈，每圈一句給一分鐘，先讓學生表態再公布答案。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四句依序圈。第三句要回到今天各組自己掃出來的結果，不要只用道理講。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四十五公尺和一百二十公尺，九個種子跑出來一秒都不差。規格不是愈大愈好，是要剛好跨過門檻。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下週預告，把今天掃出來的規格接到第五週的真規格表。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圈「真規格表」，告訴他們今天白板那張照片下週第一節會拿出來對照。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98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64734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58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685655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829851" y="1619854"/>
            <a:ext cx="1" cy="4216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829851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829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829851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91204" y="2002809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2519" y="1591747"/>
            <a:ext cx="562134" cy="562134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094654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56998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54120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3586" y="2153882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602786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448470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391986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2448470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602786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813586" y="1451213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954120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3056998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74940" y="1834168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1452" y="1819897"/>
            <a:ext cx="140534" cy="105836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1830" dirty="0"/>
          </a:p>
        </p:txBody>
      </p:sp>
      <p:sp>
        <p:nvSpPr>
          <p:cNvPr id="28" name="Text 26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99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710" dirty="0"/>
          </a:p>
        </p:txBody>
      </p:sp>
      <p:sp>
        <p:nvSpPr>
          <p:cNvPr id="34" name="Text 30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6249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3310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2026-09-24T08:26:21Z</dcterms:created>
  <dcterms:modified xsi:type="dcterms:W3CDTF">2026-09-24T08:26:21Z</dcterms:modified>
</cp:coreProperties>
</file>