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今天這一節的題目叫「為河內配感測器」，四題，兩人一組，每組交一張紙。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我把任務單發下去。前三題有數字，第四題是文字。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四題，照順序做，不要跳。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文字題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：把今天的模擬器接回真車。這一題沒有數字，但它是四題裡面最重要的——因為它是第三章和第四章的預告。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時間是這樣分的：第一題五分鐘、第二題十五分鐘、第三題五分鐘、第四題五分鐘，最後十分鐘上台。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這一題看起來很簡單，可是它有一個埋伏。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請各組跑三次，每次撞了就看右欄事件紀錄的最後一行，記下原因。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三次的原因一樣嗎？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這就是重點。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同一組參數、同一個場景，跑三次可能撞在三個不同的地方——因為機車出現的位置和時間有隨機性。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（連回第二節）所以我們說「掃參數」，不只是掃參數的值，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同一組參數也要跑很多次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。跑一次就下結論，是不夠的。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如果有組別跑三次都沒撞，就多跑幾次，或者記下「跑了幾次才撞」，那也是有用的資訊。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第二題，十五分鐘，今天的主菜。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目標：調三個參數，讓車子在撞車前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。每組跑三次，取最好的那一次。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我先講清楚，為什麼這一題是比「撐最久」，而不是「不准撞」。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我自己跑過七十次，三個參數全部拉到最大，也撐不過九十秒。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ODD。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所以今天的題目是：在搞不定的環境裡，你能把界線推到多遠？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操作上我要提醒一件事，而且會一直重複講。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還有，回頭看第一節算的：時速五十，射線不能短於二十五公尺。如果有組別把射線長度拉到二十以下還在調射線數，請提醒他們那是白費力氣。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我先給各位一組參考數字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，這是我自己實測的中位數，各組跑出來會有出入：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預設的九條、二十五公尺、一百二十度，大約撐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調到三十條、四十五公尺、一百二十度，大約撐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，差不多快了一倍。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所以參數是真的有用的。但是——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後面還有一件事，我先留著，等上台那一頁再揭曉，讓各位自己去撞上那個發現。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我會一組一組問：你現在改的是哪一個？為什麼改它？請各位講得出理由。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十五分鐘後，每組要交出：撐最久的那個秒數，加上當時的三個數字。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這一題有一個陷阱，我要各位自己踩進去。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先看兩件事，一個是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變多少，一個是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這題我一定要聽各位自己回答。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我在白板上把兩件事分開寫。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第二，加射線數。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多幾條射線，漏讀一條還有別條補上，等於用冗餘換可靠度。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如果有組別兩個都做了，那也很好，真車就是兩個都做。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第三節課的第三題，就是第一節那條公式在真實情境裡的應用。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再補一句物理。真車在濕路面上減速度只剩一半，煞停距離反而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。我們的模擬器沒有模擬這件事，而這本身就是第一節講的「物理落差」的例子。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第四題，五分鐘，文字題。這一題沒有數字，但它是四題裡面最重要的。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答案是光達，這題大部分的人會答對。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對，是光達。上週第三週我們整整花了一節課在講它。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請各組自己寫三句話，先不要急著問我答案。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我給三個方向當提示。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。紅燈綠燈，射線分不出來。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。它只知道「前面三十公尺有東西」——這句話上週第三週講過，各位應該有印象。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第三，這個最難也最重要：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的問題——第四章會講。第三個是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的問題——那是第六章。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一台真的自駕車，光是「看到」還不夠，它必須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別人接下來要做什麼。而在河內，猜機車的下一步，比看到它難得多。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收上來的紙我會留著。第八週講完感知之後，我會拿出來給各位對照，看看自己當初寫了什麼。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這一頁是給提早做完的組別，不是全班都要做。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上週第三週我們講過旋轉式光達，這裡複習一下它的取捨。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只看前方那個扇形，可是那個扇形裡的資料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永遠是最新的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看得到一整圈，可是每個方向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要等它轉一圈才更新一次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。如果它每秒轉十圈，那麼你看到側面那筆資料，可能是零點一秒前的。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我問做完的那幾組一個問題。零點一秒很短，有差嗎？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大家算一下：時速五十是每秒十三點九公尺，零點一秒就是一點四公尺。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一點四公尺，差不多是一台機車的長度。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所以切到旋轉式之後，你們那三個數字還管不管用？試試看。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這個探索沒有標準答案，可是它會讓各位看到一件事：換一種感測器，整組參數可能都要重配。這正是第三章要講的。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最後十分鐘，每組上台三十秒。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把你們的三個數字調給全班看，然後說一句為什麼。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我在白板上開一個表格，記每一組撐了幾秒，還有當時的三個數字。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全部記完之後，帶全班看三件事：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有沒有兩組完全一樣？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通常沒有。這件事本身就值得講：同一個問題，不同的人配出不同的解。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撐最久的那一組，用的是哪三個數字？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現在我要揭曉剛剛保留的那件事。先問全班一個問題。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我先問各位：三個參數全部拉到最大的那一組，是不是撐最久的？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通常不是，這個結果會讓大家意外。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我自己實測的結果是這樣。射線三十條、長度四十五公尺、張角一百二十度，大約撐三十四秒。三個全部拉到滿檔——六十條、六十公尺——只多撐到四十二秒，沒有再進步了。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為什麼？回想第二節那張圖：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射線的數量是固定的，攤得愈廣就愈稀。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張角從一百二十度放大到一百五十度，聽起來看得更廣，可是我實測反而掉到二十七秒，因為每一條射線之間的縫變大了，機車就是從那個縫鑽進來的。反過來把張角收到九十度，也只剩二十二秒，因為側面來的車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一百二十度左右是最好的。這個「甜蜜點」不是我告訴各位的，是各位自己調出來的。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第三，這是最重要的一件事——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把所有數字看成一片，它們會集中在某個範圍。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我在白板上把範圍圈出來，例如射線二十到三十五條、長度三十到五十公尺、張角一百到一百四十度。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那個範圍有一個名字：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河內尖峰的最低感測器規格。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它不是我給各位的，是全班一起掃出來的。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我把白板拍照留下來。第五週第一節開場，我會拿真正的光達規格表來跟這張照片對照。那時候各位會發現，自己掃出來的範圍，跟真實產品的規格意外地接近。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活動，四人一組，每題一分鐘。對或錯，再說一句理由。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四題我先全部唸完，再開始討論，不要一題一題來。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一分鐘後我收答案，下一頁公布。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各位今天掃參數的時候應該已經體會到了：張角一百二十度大約撐三十四秒，放大到一百五十度反而掉到二十七秒。射線被攤稀了，機車就從縫裡鑽進來。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這四句話就是今天三節課的總複習。如果各位都答對了，今天的課就沒有白上。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第二章到這裡結束。下週開始講眼睛和耳朵。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。第一次講相機和光達的原理與規格判讀。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有三件事。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交第三週和第四週的任務單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，每組一張。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第二，做講義 2.8 的選擇題，附錄二有答案。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第三，這件最重要：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，逆光、下雨或夜間都可以，帶來。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下週我會把各位拍的照片投影出來一起看。那比任何教科書的例子都有效，因為那是你們自己走過的路。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第三章是整學期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最直觀的一章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最接近台灣就業市場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的一章——車用鏡頭、車用光達，台灣都有在做。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885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hình cảm biến cho Hà Nội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為河內配一組感測器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2787554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2988722"/>
            <a:ext cx="7132320" cy="833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hai người một nhóm, một tờ giấy. Đáp án mang thẳng sang đề tài cuối kỳ.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四題，兩人一組，一張紙。答案直接帶到期末專題。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làm theo thứ tự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四題，照順序做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nó đâm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先看它怎麼撞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đổi gì cả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va chạm đầu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什麼都不要改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記前三次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tham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掃參數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lâu nhất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lấy lần tốt nhất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 3 次取最好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mưa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打開雨天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bao lâu?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gì, vì sao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這次撐多久？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改什麼、為什麼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chữ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文字題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= cảm biến nào?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gì?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射線＝哪種感測器？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少了什麼？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đầu có con số, câu cuối viết chữ. Nộp một tờ mỗi nhóm trước khi hết giờ.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前三題有數字，最後一題寫字。每組一張紙，下課前交。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«Giờ cao điểm Hà Nội». Đừng đổi gì cả. Xem nó đâm trong tình huống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按「河內尖峰」。什麼都不要改。看它撞在什麼情況。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lần. Mỗi lần đâm xong đọc dòng cuối trong cột sự kiện bên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跑三次。每次撞了就看右欄事件紀錄的最後一行。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lại nguyên nhân của ba lần: xe máy lách khe? người đi bộ? xe tải đỗ sai?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記下三次的原因：機車鑽縫？行人？違停的貨車？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lần có giống nhau không? Đây mới là câu hỏi thật.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三次的原因一樣嗎？這才是真正要問的。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tham số, ba lần ba kiểu — nên phải chạy nhiều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同一組參數，三次不一樣——所以要跑很多次。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第二題（15 分鐘，今天的主菜）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ba tham số, sao cho xe trụ được LÂU NHẤT trước khi đâm. Chạy 3 lần, lấy lần tốt nhất.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調三個參數，讓車子在撞車前撐得最久。跑三次，取最好的那一次。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tham số: số tia · chiều dài tia · góc quét. Đổi MỘT cái một lần, đừng đổi cả ba cùng lúc.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三個參數：射線數・射線長度・張角。一次只改一個，不要三個一起改。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Nhắc lại tiết 1: chạy 50 km/h thì tia không được ngắn hơn 25 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提醒：第一節算過，時速 50 的話射線不能短於 25 公尺。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số giây trụ được lâu nhất, kèm ba con số lúc đó.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要交的是：撐最久的那個秒數，加上當時的三個數字。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nhóm nào qua được 90 giây — kể cả khi kéo cả ba lên tối đa. Đó chính là bài học.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沒有一組能撐過 90 秒——就算三個都拉到最大也一樣。這正是這一題要教的事。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 Trụ được bao lâu?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三個數字不要動，把雨天打開。這次撐得了多久？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bẫy: tia ngắn đi rồi, thì quãng đường phanh có ngắn đi theo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陷阱題：射線變短了，那煞停距離有跟著變短嗎？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bao nhiêu giây? Bạn đổi gì để kéo lại? Ghi lại đổi gì và VÌ SAO.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少撐了幾秒？你要改什麼把它拉回來？寫下改了什麼、還有為什麼。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tăng số tia để bù phần đọc sót. Lý do khác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兩個答案都對：降低車速，或加射線數補漏讀。理由不一樣。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· 第四題（5 分鐘，文字題）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này, trên xe thật là cảm biến nào? Nó thiếu những khả năng gì?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模擬器裡的「射線」，在真車上是哪一種感測器？它少了哪些能力？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ba câu. Tờ giấy này tuần 8 sẽ lấy ra đối chiếu lại.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寫三句話。這張紙第八週會拿出來對照。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657831" y="2306044"/>
            <a:ext cx="459932" cy="265542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776389" y="2164752"/>
            <a:ext cx="341374" cy="406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936121" y="2072530"/>
            <a:ext cx="181641" cy="49905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117763" y="2040502"/>
            <a:ext cx="0" cy="53108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117763" y="2072530"/>
            <a:ext cx="181641" cy="49905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117763" y="2164752"/>
            <a:ext cx="341374" cy="406834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117763" y="2306044"/>
            <a:ext cx="459932" cy="265542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69080" y="2522903"/>
            <a:ext cx="97365" cy="97365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002902" y="2005096"/>
            <a:ext cx="708111" cy="708111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711013" y="2359152"/>
            <a:ext cx="177028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63579" y="253618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33985" y="2665773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6957" y="2713208"/>
            <a:ext cx="0" cy="17702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091416" y="2665773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897026" y="253618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825874" y="2359152"/>
            <a:ext cx="177028" cy="0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897026" y="209361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091416" y="1899220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356957" y="1828068"/>
            <a:ext cx="0" cy="177028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533985" y="1899220"/>
            <a:ext cx="88514" cy="15331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663579" y="2093610"/>
            <a:ext cx="153311" cy="8851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08275" y="2310469"/>
            <a:ext cx="97365" cy="97365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8846" y="2292492"/>
            <a:ext cx="177028" cy="133320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Nút mới: đổi giữa LiDAR cố định và LiDAR quay 360°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新按鈕：固定式光達 ↔ 360° 旋轉式光達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cố định chỉ nhìn phía trước, nhưng dữ liệu luôn mới. Loại quay nhìn được vòng quanh, nhưng mỗi hướng chỉ được cập nhật mỗi vòng một lần — lúc bạn nhìn nó, số liệu đó có thể đã cũ.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固定式只看前方，但資料永遠是最新的。旋轉式看得到一圈，但每個方向每轉一圈才更新一次——你看它的時候，那筆資料可能已經是舊的。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nào xong sớm: thử đổi sang loại quay, xem ba con số của bạn có còn dùng được không.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提早做完的組別：切到旋轉式，看你們那三個數字還管不管用。</a:t>
            </a:r>
            <a:endParaRPr lang="en-US" sz="125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bảng · 上台（10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30 giây: chỉnh ba con số của nhóm cho cả lớp xem, nói một câu vì sao.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 30 秒：把你們的三個數字調給全班看，說一句為什麼。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ghi lên bảng: số giây trụ được · số tia · chiều dài · góc quét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老師在白板上記：撐了幾秒・射線數・長度・張角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có hai nhóm nào ra giống hệt nhau không. Nhóm trụ lâu nhất dùng ba con số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看有沒有兩組完全一樣。撐最久的那一組，用的是哪三個數字？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đáp án chuẩn — nhưng các con số sẽ tụ lại trong một khoảng.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沒有標準答案——但各組的數字會集中在某個範圍。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đó = «thông số tối thiểu cho giờ cao điểm Hà Nội». Tuần 5 đối chiếu bảng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那個範圍就是「河內尖峰的最低感測器規格」。第五週拿真規格表來對。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在模擬器裡不撞，真車就不會撞。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là cái sàng — qua được chỉ là lấy vé lên xe thật.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三種落差：外觀、行為、物理。模擬是一個篩子——通過只是拿到上真車的門票。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62217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5256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cùng số tia đó thưa đi; tia nhiều thì máy tính chậm lại. Xe thật là mấy cảm biến chia việc.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張角大，同樣的射線就變稀；射線多，電腦算得慢。真車是好幾顆感測器分工。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phiếu bài tập tuần 3 và tuần 4, mỗi nhóm một tờ.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要交：第三週和第四週的任務單，每組一張。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517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401568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649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要帶：用手機拍一張你覺得「相機會看不清楚」的路況。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2026-09-23T02:29:58Z</dcterms:created>
  <dcterms:modified xsi:type="dcterms:W3CDTF">2026-09-23T02:29:58Z</dcterms:modified>
</cp:coreProperties>
</file>