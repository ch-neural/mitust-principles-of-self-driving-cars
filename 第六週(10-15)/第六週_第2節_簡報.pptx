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這顆是車上 ESP 用的，量車子有沒有繞著自己轉，也就是有沒有</a:t>
            </a:r>
            <a:r>
              <a:rPr sz="850" b="1" lang="zh-TW" dirty="0">
                <a:solidFill>
                  <a:srgbClr val="000000"/>
                </a:solidFill>
                <a:latin typeface="Arial Unicode MS"/>
                <a:ea typeface="Arial Unicode MS"/>
                <a:cs typeface="Arial Unicode MS"/>
              </a:rPr>
              <a:t>打滑</a:t>
            </a:r>
            <a:r>
              <a:rPr sz="850" lang="zh-TW" dirty="0">
                <a:solidFill>
                  <a:srgbClr val="000000"/>
                </a:solidFill>
                <a:latin typeface="Arial Unicode MS"/>
                <a:ea typeface="Arial Unicode MS"/>
                <a:cs typeface="Arial Unicode MS"/>
              </a:rPr>
              <a:t>。</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第二顆，Analog Devices 的 </a:t>
            </a:r>
            <a:r>
              <a:rPr sz="1150" b="1" lang="zh-TW" dirty="0">
                <a:solidFill>
                  <a:srgbClr val="000000"/>
                </a:solidFill>
                <a:latin typeface="Arial Unicode MS"/>
                <a:ea typeface="Arial Unicode MS"/>
                <a:cs typeface="Arial Unicode MS"/>
              </a:rPr>
              <a:t>ADIS16470</a:t>
            </a:r>
            <a:r>
              <a:rPr sz="115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92"/>
              </a:spcAft>
            </a:pPr>
            <a:r>
              <a:rPr sz="1150" lang="zh-TW" dirty="0">
                <a:solidFill>
                  <a:srgbClr val="000000"/>
                </a:solidFill>
                <a:latin typeface="Arial Unicode MS"/>
                <a:ea typeface="Arial Unicode MS"/>
                <a:cs typeface="Arial Unicode MS"/>
              </a:rPr>
              <a:t>從上往下。</a:t>
            </a:r>
            <a:r>
              <a:rPr sz="1150" b="1" lang="zh-TW" dirty="0">
                <a:solidFill>
                  <a:srgbClr val="000000"/>
                </a:solidFill>
                <a:latin typeface="Arial Unicode MS"/>
                <a:ea typeface="Arial Unicode MS"/>
                <a:cs typeface="Arial Unicode MS"/>
              </a:rPr>
              <a:t>Dynamic Range，±2000 °/sec。</a:t>
            </a:r>
            <a:r>
              <a:rPr sz="1150" lang="zh-TW" dirty="0">
                <a:solidFill>
                  <a:srgbClr val="000000"/>
                </a:solidFill>
                <a:latin typeface="Arial Unicode MS"/>
                <a:ea typeface="Arial Unicode MS"/>
                <a:cs typeface="Arial Unicode MS"/>
              </a:rPr>
              <a:t>各位可能會想：上週相機也有動態範圍，那是同一件事嗎？</a:t>
            </a:r>
            <a:r>
              <a:rPr sz="1150" b="1" lang="zh-TW" dirty="0">
                <a:solidFill>
                  <a:srgbClr val="000000"/>
                </a:solidFill>
                <a:latin typeface="Arial Unicode MS"/>
                <a:ea typeface="Arial Unicode MS"/>
                <a:cs typeface="Arial Unicode MS"/>
              </a:rPr>
              <a:t>不是。</a:t>
            </a:r>
            <a:r>
              <a:rPr sz="115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50" b="1" lang="zh-TW" dirty="0">
                <a:solidFill>
                  <a:srgbClr val="000000"/>
                </a:solidFill>
                <a:latin typeface="Arial Unicode MS"/>
                <a:ea typeface="Arial Unicode MS"/>
                <a:cs typeface="Arial Unicode MS"/>
              </a:rPr>
              <a:t>Full-Scale Range</a:t>
            </a:r>
            <a:r>
              <a:rPr sz="115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50" b="1" lang="zh-TW" dirty="0">
                <a:solidFill>
                  <a:srgbClr val="000000"/>
                </a:solidFill>
                <a:latin typeface="Arial Unicode MS"/>
                <a:ea typeface="Arial Unicode MS"/>
                <a:cs typeface="Arial Unicode MS"/>
              </a:rPr>
              <a:t>先看單位</a:t>
            </a:r>
            <a:r>
              <a:rPr sz="1150" lang="zh-TW" dirty="0">
                <a:solidFill>
                  <a:srgbClr val="000000"/>
                </a:solidFill>
                <a:latin typeface="Arial Unicode MS"/>
                <a:ea typeface="Arial Unicode MS"/>
                <a:cs typeface="Arial Unicode MS"/>
              </a:rPr>
              <a:t>，不要只看名字。
</a:t>
            </a:r>
          </a:p>
          <a:p>
            <a:pPr algn="l">
              <a:spcBef>
                <a:spcPts val="0"/>
              </a:spcBef>
              <a:spcAft>
                <a:spcPts val="192"/>
              </a:spcAft>
            </a:pPr>
            <a:r>
              <a:rPr sz="115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92"/>
              </a:spcAft>
            </a:pPr>
            <a:r>
              <a:rPr sz="1150" lang="zh-TW" dirty="0">
                <a:solidFill>
                  <a:srgbClr val="000000"/>
                </a:solidFill>
                <a:latin typeface="Arial Unicode MS"/>
                <a:ea typeface="Arial Unicode MS"/>
                <a:cs typeface="Arial Unicode MS"/>
              </a:rPr>
              <a:t>往下看 </a:t>
            </a:r>
            <a:r>
              <a:rPr sz="1150" b="1" lang="zh-TW" dirty="0">
                <a:solidFill>
                  <a:srgbClr val="000000"/>
                </a:solidFill>
                <a:latin typeface="Arial Unicode MS"/>
                <a:ea typeface="Arial Unicode MS"/>
                <a:cs typeface="Arial Unicode MS"/>
              </a:rPr>
              <a:t>Bias</a:t>
            </a:r>
            <a:r>
              <a:rPr sz="1150" lang="zh-TW" dirty="0">
                <a:solidFill>
                  <a:srgbClr val="000000"/>
                </a:solidFill>
                <a:latin typeface="Arial Unicode MS"/>
                <a:ea typeface="Arial Unicode MS"/>
                <a:cs typeface="Arial Unicode MS"/>
              </a:rPr>
              <a:t> 那一塊，前兩列就是剛剛手機級找不到的。</a:t>
            </a:r>
            <a:r>
              <a:rPr sz="1150" b="1" lang="zh-TW" dirty="0">
                <a:solidFill>
                  <a:srgbClr val="000000"/>
                </a:solidFill>
                <a:latin typeface="Arial Unicode MS"/>
                <a:ea typeface="Arial Unicode MS"/>
                <a:cs typeface="Arial Unicode MS"/>
              </a:rPr>
              <a:t>In Run Stability，8 °/hr</a:t>
            </a:r>
            <a:r>
              <a:rPr sz="115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150" b="1" lang="zh-TW" dirty="0">
                <a:solidFill>
                  <a:srgbClr val="000000"/>
                </a:solidFill>
                <a:latin typeface="Arial Unicode MS"/>
                <a:ea typeface="Arial Unicode MS"/>
                <a:cs typeface="Arial Unicode MS"/>
              </a:rPr>
              <a:t>Angular Random Walk，0.34 °/√hr</a:t>
            </a:r>
            <a:r>
              <a:rPr sz="115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92"/>
              </a:spcAft>
            </a:pPr>
            <a:r>
              <a:rPr sz="1150" lang="zh-TW" dirty="0">
                <a:solidFill>
                  <a:srgbClr val="000000"/>
                </a:solidFill>
                <a:latin typeface="Arial Unicode MS"/>
                <a:ea typeface="Arial Unicode MS"/>
                <a:cs typeface="Arial Unicode MS"/>
              </a:rPr>
              <a:t>再看 </a:t>
            </a:r>
            <a:r>
              <a:rPr sz="1150" b="1" lang="zh-TW" dirty="0">
                <a:solidFill>
                  <a:srgbClr val="000000"/>
                </a:solidFill>
                <a:latin typeface="Arial Unicode MS"/>
                <a:ea typeface="Arial Unicode MS"/>
                <a:cs typeface="Arial Unicode MS"/>
              </a:rPr>
              <a:t>Rate Noise Density，0.008</a:t>
            </a:r>
            <a:r>
              <a:rPr sz="115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92"/>
              </a:spcAft>
            </a:pPr>
            <a:r>
              <a:rPr sz="1150" lang="zh-TW" dirty="0">
                <a:solidFill>
                  <a:srgbClr val="000000"/>
                </a:solidFill>
                <a:latin typeface="Arial Unicode MS"/>
                <a:ea typeface="Arial Unicode MS"/>
                <a:cs typeface="Arial Unicode MS"/>
              </a:rPr>
              <a:t>翻回規格書第一頁，Applications 那一欄寫的是 Navigation、</a:t>
            </a:r>
            <a:r>
              <a:rPr sz="1150" b="1" lang="zh-TW" dirty="0">
                <a:solidFill>
                  <a:srgbClr val="000000"/>
                </a:solidFill>
                <a:latin typeface="Arial Unicode MS"/>
                <a:ea typeface="Arial Unicode MS"/>
                <a:cs typeface="Arial Unicode MS"/>
              </a:rPr>
              <a:t>Unmanned and autonomous vehicles</a:t>
            </a:r>
            <a:r>
              <a:rPr sz="115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92"/>
              </a:spcAft>
            </a:pPr>
            <a:r>
              <a:rPr sz="115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2026-10-12T08:26:38Z</dcterms:created>
  <dcterms:modified xsi:type="dcterms:W3CDTF">2026-10-12T08:26:38Z</dcterms:modified>
</cp:coreProperties>
</file>