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各位早，第六週。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上週下課前我說過一句話：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雷達的規格表跟光達完全不一樣。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今天就來看它到底哪裡不一樣。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先回想上週讀過的四個數字：視野、測距、解析度、更新率。光達和相機都是在講「看得多遠、看得多清楚」。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雷達的表上，前面那幾行還在，但是多了一行光達沒有的：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。而且同一顆雷達，測距和視野會寫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數字，一組遠、一組近。這兩件事是今天的重點。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今天三節的安排：第一節雷達，第二節超音波、衛星定位、慣性，第三節上機，把今天的八個型號放進五個情境，在上週那張表上再加幾列。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上週那張作答單的截圖，有留著的人等一下拿出來，今天會用到。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網址跟上週很像，只差一個數字：week5 變成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week6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。上週的那一頁還在，今天用新的這一頁。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打開以後，左邊的型號變成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十二個，分成五組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。最上面那一組是上週的四顆，光達和相機，答過的題目也還留著。下面四組是新的：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雷達、超音波、衛星定位、慣性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，每組兩顆。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兩件事先提醒。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第一，每一顆的四題不一樣了。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上週四顆問的都是視野、測距、解析度、更新率。今天雷達會問你速度，衛星會問你精度，慣性會問你偏差。題目在每一顆的中間那一欄。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第二，最上面那一條情境，多了兩個：停車場、隧道。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停車場是時速五，隧道是雪山隧道，十二點九公里。等一下會用到。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現在請大家按第一組下面那一顆，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。今天從它開始。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第一段，先把雷達在量什麼講清楚，再去讀表。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光達的做法各位很熟了：打一道雷射出去，等它彈回來，算時間。雷達不是算時間，它是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比頻率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。這三件事在規格表上各是一行，第二節讀表的時候各位會一行一行找到它們。先看它怎麼量。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左邊這張圖分三格，我一格一格講。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第一格，距離。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先看座標：橫的是時間，直的是頻率。雷達發出去的不是「嗶」一聲，是一段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頻率一直往上爬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的訊號，就是綠色那條斜線，從 77 GHz 爬到 81 GHz。黃色是回波，同一條線，晚一點回來，所以往右挪。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想像在山谷裡喊一聲，音調一路往上拉。回音傳回來的時候，你已經喊到更高的音了。你現在喊的音跟聽到的回音，差了一段，就是紅色的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Δf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。山愈遠，回音愈晚，差得愈多。所以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頻率差就是距離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綠線從 77 爬到 81，爬了 4 GHz，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爬的這段高度叫頻寬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，就是左邊那個 B。頻寬愈寬，距離分得愈細，4 GHz 可以分到三點七五公分。第十一張會再用到。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第二格，速度。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車子朝你開過來，回波被擠密，頻率變高；開走，頻率變低。這叫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，救護車經過聲音變調就是這個。所以雷達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就讀出速度，這一行光達沒有。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好幾根天線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：波斜斜打過來，右邊那根先碰到，左邊晚一點，差一點點相位，反推回去就是角度。天線愈多，角度分得愈細。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三件事，三行。等一下讀表，各位就一行一行找這三行。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第一個型號，Continental 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。這是二〇一八年的車用長距雷達，很多研究用的自駕車上都裝這一顆。左邊是它規格書第二頁的原圖，各位的判讀台上是同一張表。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Distance range，一行寫了三個數字。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遠場零點二到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兩百五十公尺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；近場零點二到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，正前方到正負四十五度；到了正負六十度只剩二十公尺。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為什麼一行寫三個？因為這一顆雷達裡面其實有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：一組看遠，一組看近。看遠的那組看得很遠，但是很窄；看近的那組看得很寬，但是很近。這跟上週 OS1 的 80% 和 10% 一樣——同一顆、兩組數字，而且每一組都綁著條件。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跳兩行，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angle augmentation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，後面括號寫 field of view，就是水平視野。遠場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正負九度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，近場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正負六十度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。各位把正負九度記起來，它是今天最重要的數字之一：看得到兩百五十公尺的那一束，只有十八度寬，像手電筒。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Resolution azimuth angle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，水平角解析度。各位看遠場那個數字——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三十一點六度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停一下。合理嗎？上一行 Azimuth beam width，波束寬，才兩點二度。解析度不可能比波束寬還寬十幾倍。這個數字是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印錯的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，其他版本的規格書和經銷商的產品頁都印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1.6 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，本課用 1.6。各位記住：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規格表也會印錯，要用旁邊那幾行對一下。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第二節超音波那份也有一個印錯的。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 1.6 度是什麼意思，第七張算給各位看。先把這三行圈起來：測距兩組、視野兩組、解析度 1.6。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這一張把「兩組數字」講清楚，不然第三節判定的時候各位會搞混。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底下這一條是剛剛那張表的前四行。各位看規格表最後那一行 Antenna channels，寫的是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4TX／2×6RX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：四根發射天線、兩組各六根接收。其中兩根發射加六根接收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，另外兩根加六根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。一顆雷達，兩組天線，每七十二毫秒兩組都量一次。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所以遠場、近場不是模式切換，也不是兩顆雷達，是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同時存在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的兩組數字。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這會怎麼影響判定？看一個例子。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河內尖峰，四十公尺外的機車。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四十公尺在近場的範圍裡，近場正負六十度，側面鑽過來的機車看得到。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國道，一百五十公尺外的車。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一百五十公尺已經超過近場的七十公尺，只剩遠場——正負九度。前面那一道的車看得到，隔壁車道準備切過來的，要等它進到正負九度裡面才看得到。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判讀台上「視野」那一行會告訴你，你現在的目標距離落在哪一組。四十公尺寫近場，一百五十公尺寫遠場、後面有一個琥珀色的警告。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買雷達之前要問的問題就是這一句：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我要的那個距離，是在哪一組？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把上週的兩顆光達和這顆雷達放在一起，同一台機車、同樣四十公尺。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第一列，水平角解析度。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零點三五度，AT128P 零點一度，雷達一點六度。雷達比光達粗四到十六倍。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第二列，攤到四十公尺有多寬。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算法跟第四週一樣：距離乘以角度的正切。四十乘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。一台機車才零點八公尺寬。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第三列，機車身上有幾個點。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光達那兩格是上週算過的，九個和一百二十一個。雷達那一格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。因為雷達根本不是用「點」在看東西，它一束一點一公尺寬，打到機車，回來的是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：距離多少、速度多少、角度多少。三個數字，沒有形狀。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所以光達給你的叫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，雷達給你的叫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。這一顆最多追蹤兩百多個目標，每一個都是三個數字。你要問它「那是機車還是行人」，它答不出來；你要問它「那個東西以每小時三十公里朝我過來」，它一次量測就告訴你，而且準到零點三七公里。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第四列，速度。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這就是光達沒有的那一行。光達要拿兩張畫面相減才算得出速度；雷達是量到的。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所以兩種不是誰比較好。光達看形狀，雷達看動向。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左邊這張圖，兩格都是俯視，兩台機車並排、相隔一公尺，停在四十公尺外。注意橫向有放大五倍，不然一公尺的縫看不見。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左格是光達 AT128P。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零點一度一條線，四十公尺處相鄰兩條線才差七公分，兩台車各自吃到一把點，一看就是兩台。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右格是雷達 ARS 408。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一點六度一束，到四十公尺攤成一點一公尺，比兩台車中間那一公尺的縫還寬。兩台車被同一束蓋住，回來的是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現在把距離拉遠。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一百五十公尺，國道的情境。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四點二公尺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。一個車道三點五公尺。也就是說，一百五十公尺外那台車，雷達知道它在前方一百五十公尺、知道它的速度，可是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分不出它在你這一道，還是隔壁那一道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這就是第三節各位會看到的那一格紅字：國道，ARS 408 測距兩百五十公尺綽綽有餘，卡在角解析度。本課的門檻是：一束攤到目標的距離，要比一個車道窄。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所以路上的 ACC，就是自動跟車，雷達幾乎都配一顆相機。雷達管「多遠、多快」，相機管「哪一道」。兩個合起來才夠用。判讀台的第①個小工具就是在算這件事，拉距離看一束變多寬。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底下這一條是規格表的另外四行，都在講速度和時間。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range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，速度量程，負四百到正兩百公里。負的是遠離，正的是接近。為什麼不對稱？因為對向來車的相對速度可以很大，兩台時速一百對開就是兩百。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resolution，速度解析度，零點三七公里。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兩台車速度差零點三七公里以上，它就分得出是兩個目標。這一行，上週那三顆光達的表上一行都沒有。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為什麼沒有？因為光達不量速度。光達只量「現在在哪」，要知道速度，得拿這一張和上一張的位置相減。十赫茲的話，兩張差一百毫秒；中間車子加速或變道，它都要等下一張才知道。雷達用都卜勒，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一次量測就把速度讀出來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，第四張講過。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time，七十二毫秒。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一秒鐘量十四次，遠場近場各一次。這就是它的更新率，比 OS1 的十赫茲快一點。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所以如果你要做的是「前面那台車突然煞車，我多快知道」，雷達是最直接的那一顆。看不到形狀，但是最早知道它在減速。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講完它的強項，講它的弱點。這兩件事規格表上都看不到，可是出事的時候就是出在這裡。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第一件，靜止的東西。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各位想想：雷達一路開過去，路邊的護欄、路牌、橋墩，全部都會反射，全部都是目標。如果每一個靜止的回波都當成障礙物，車子每一秒都要急煞。所以傳統雷達的軟體會做一件事：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把不動的回波丟掉。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這招平常很好用，直到有一天，前面停了一台車。美國這幾年有幾起事故，是車子在開輔助駕駛的時候撞上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停在路肩的消防車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。技術背景就是這個：雷達把靜止的消防車當成路邊的東西丟掉了，相機又沒認出來那是車。兩顆各自都「正常」，合起來出事。這句話上週講過，今天又出現一次。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這一行在規格表上找不到，它是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軟體的決定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。所以看雷達的時候，除了表上那幾行，還要問廠商一句：靜止目標你怎麼處理？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第二件，沒有高度。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各位翻回第五張那張表，Elevation angle augmentation，遠場十四度。那只是「上下看得到這麼寬」，不是「量得出高度」。所以一座橋和橋下停的一台車，在 ARS 408 眼裡都是「前方一百公尺有東西」。它分不出來。路上掉了一顆輪胎，它也分不出那是可以壓過去的還是要閃的。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這兩個弱點，有一個下一代的雷達解掉了一半。第十二張。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上週有一題各位找得很火大：相機晶片的規格表上，找不到視野。今天同一件事再來一次。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，德州儀器的雷達晶片，一顆一公分見方。右邊是剛剛那顆 ARS 408 的表。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左邊從上往下看：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76 到 81 GHz，4 GHz 的頻寬。四根接收、三根發射。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發射功率、雜訊，都有。再往下翻八十幾頁，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沒有一行寫測距，沒有一行寫視野。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為什麼？跟上週的答案一樣。晶片廠賣的是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，不是雷達。看多遠、看多寬，是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決定的——天線排得多、排得大，就看得遠看得細。TI 不知道你會把它配什麼天線，所以它寫不出來。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那它寫得出什麼？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，就是第四張那條綠線爬了多高。頻寬決定距離分得多細：四 GHz，三點七五公分。這是晶片自己就決定的事，所以它敢寫。還有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：三發四收，這是它能接幾根天線的上限。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 Continental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：晶片加天線加外殼加軟體，裝上車就能用。所以它的表上有測距、有視野、有解析度。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上週是「感測器晶片沒有視野，鏡頭決定視野」；今天是「雷達晶片沒有測距，天線決定測距」。同一個道理：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規格表上找不到的那一行，常常是因為那件事不歸這家公司管。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左邊那張表還有一件事，順便說：TI 的表沒有印錯，但 Continental 那張的 31.6 度印錯了。這一週各位會看到兩處誤植，第二節還有一處。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。這是同一家公司的新一代，二〇二五年的規格書。公司名字變成 AUMOVIO，是 Continental 把汽車電子部門分拆出去的新名字，東西是同一批人做的。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左邊的表長得跟 408 那張很像，一樣由上往下。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先看最下面那一行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channels：16 收、12 發，一百九十二個虛擬天線。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是二十四個。第四張講過，天線愈多，角度分得愈細。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beam width，一點二度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是二點二度。這裡要講清楚一件事：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這張表上沒有「Resolution azimuth angle」這一行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有、548 沒有。所以判讀台上我用波束寬一點二度當它解析度的上限，表上有註明。這也是讀規格表的常態：兩代的表，行不一樣，你要自己找對應。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angle augmentation，正負四度到正負十四度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，而且下面有一行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Accuracy elevation angle，正負零點一度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。這就是「4D」的第四個 D：距離、速度、水平角，加上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有了高度，第十張講的那個弱點就解掉一半：一座橋和橋下停的車，一個在上面、一個在下面，它分得出來；路上掉的輪胎，它知道那是一個矮矮的東西。靜止目標要不要丟，軟體就有更多線索可以判斷。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代價也在表上：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功耗十八瓦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是六點六瓦；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五百二十六公克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是三百二十公克；介面從 CAN 變成車用乙太網路，因為資料量大很多。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第三節上機，各位會看到這一顆五個情境全部過關。然後我會問一句：那每台車都裝它就好了？先想一下。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最後講一件各位第三週就聽過、今天可以用數字講清楚的事：為什麼雷達不怕雨。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三個數字。光達的雷射，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，差不多一微米。雷達，76 GHz，換成波長是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。雨滴，大約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第三週用竹竿講過的規則：波長比障礙物小，被擋住；波長比障礙物大，繞過去。一微米的光碰到一公釐的雨滴，被擋住、被散射，所以光達在大雨裡測距掉一半。四公釐的電波碰到一公釐的雨滴，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繞過去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，當它不存在。霧滴更小，更不用說。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所以雷達是車上唯一一顆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的感測器。下雨、起霧、晚上、逆光，它的那幾行數字幾乎不變。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但是各位注意，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全天候不等於全能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。同樣那個四公釐的波長，碰到零點八公尺寬的機車，回來的也只是「那裡有一個東西」。它看不到形狀，看不到顏色，分不出機車和行人，更讀不出紅綠燈。第七張那一格「一個目標」就是這個意思。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所以每一顆感測器都在做交換：雷達拿形狀換天候。第三週那張「誰補誰」的表，雷達補的是光達和相機在雨霧裡的洞。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好，上機。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十分鐘，自己做。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左邊選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，中間四題：遠場測距、遠場視野、遠場角解析度、速度解析度。答案都在左邊那張表上，選好按「檢查我的答案」。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角解析度那一題我先講：選項裡有一個「31.6 度（照原件）」，那是陷阱。原件印錯了，第五張講過。選 1.6，工具會解釋為什麼。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四題做完，看下面「這顆放進上面那個情境夠不夠用」。最上面那一條先選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，看每一行；再選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。國道那一格會變紅，請各位把紅字那一行唸出來，等一下我問。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做得快的，左邊切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再做一次四題。它的四題不一樣：測距、水平視野、垂直方向量得出什麼、更新率。做完比一下，兩代的表哪幾行變了。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我在教室裡走，卡住的舉手。十分鐘。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第一句，雷達量三件事，各一行：距離、速度、角度。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速度是直接量到的，光達的表上沒有這一行。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第二句，一顆雷達兩組數字。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遠場窄而遠，正負九度、兩百五十公尺；近場寬而近，正負六十度、七十公尺。買之前要問：我要的那個距離在哪一組。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第三句，角解析度一點六度，到遠處會變成好幾公尺。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它量得到距離，說不出在哪一道。這就是為什麼雷達一定配相機。新一代的 4D 雷達用一百九十二根天線把角度做細，還多了高度。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下一節換三種完全不同的東西：超音波、衛星定位、慣性。前兩種各位的手機裡都有。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第一頁是產品照和用途；第二頁是今天圈的那張表，Measuring performance 和 Operating conditions；第三頁是介面、尺寸和材質，138 乘 91 乘 31 公釐、三百二十公克、一條 CAN。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第二頁 Resolution azimuth angle 那一行印的「31.6°」就在這裡，各位可以自己看一次。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第一頁的說明文字裡寫著「target distances up to 300 m」，第二頁表上 Distance range 那一行印的卻是延伸範圍 301 到 1514 公尺——所以判讀台的測距寫 300，來源註明在表的下面。第三頁是介面與尺寸：車用乙太網路、137 乘 90 乘 39 公釐、526 公克。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第十一張那張 Features 就是從這一頁左上角裁下來的。整份八十七頁，從頭到尾沒有一行寫測距或視野——各位可以上 TI 的網站自己翻。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datasheet của radar như thế nào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雷達的規格表怎麼讀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lidar và camera: không có điểm ảnh, không có số kênh; thêm dòng tốc độ; tầm đo và góc nhìn ghi hai bộ số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和光達、相機的表比：沒有像素、沒有線束數；多了速度那一行；測距和視野各寫兩組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1 節　2026/10/15（四）09:10–10:00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 — bản tuần 6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打開規格判讀台——第六週版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model, chia năm nhóm: bốn cái tuần trước vẫn ở trên cùng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十二個型號分五組：上週那四顆還在最上面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model có bốn câu riêng — radar hỏi tốc độ, vệ tinh hỏi độ chính xác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每一顆的四題不一樣——雷達問速度，衛星問精度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tình huống có thêm «bãi đỗ xe» và «đường hầm»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情境那一條多了「停車場」和「隧道」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xong, bấm thử Continental ARS 408-21 — hôm nay bắt đầu từ nó.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打開之後先按 Continental ARS 408-21，今天從它開始。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thứ: khoảng cách, tốc độ, góc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雷達量三件事：距離、速度、角度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datasheet, mỗi thứ là một dòng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規格表上各是一行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 · 它怎麼量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4_fm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tần số = khoảng cách, Doppler = tốc độ, lệch pha giữa các anten = góc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頻率差＝距離，都卜勒＝速度，天線之間的相位差＝角度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trên datasheet: Distance range, Velocity resolution, Resolution azimuth angle. Lidar không có dòng ở giữa.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規格表上就是三行：Distance range、Velocity resolution、Resolution azimuth angle。光達沒有中間那一行。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nói «radar đo tốc độ trực tiếp» — hôm nay nó là một dòng số trên bảng.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第三週講過「雷達直接量速度」，今天它變成規格表上的一行數字。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Continental ARS 408-21（2018）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90713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7648"/>
            <a:ext cx="2760834" cy="196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60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84378" y="786384"/>
            <a:ext cx="4956702" cy="1236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và góc nhìn của ARS 408 mỗi thứ ghi hai bộ số: vùng xa 250 m / ±9°, vùng gần 70 m / ±60°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的測距和視野各寫兩組數字：遠場 250 m／±9°，近場 70 m／±60°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84378" y="211451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9242" y="215108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91386" y="2114513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range: 250 m vùng xa, 70 m vùng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Distance range：遠場 250 m、近場 70 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84378" y="267534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9242" y="271192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1386" y="2675344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angle augmentation: ±9° xa, ±60°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angle augmentation：遠場 ±9°、近場 ±60°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84378" y="323617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9242" y="327275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91386" y="3236174"/>
            <a:ext cx="3749694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azimuth angle: 1,6° vùng xa (bản in ghi «31,6°»)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azimuth angle：遠場 1.6°（原件印成 31.6°）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4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799178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03266" y="1417320"/>
            <a:ext cx="906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m nhưng chỉ ±9°: chùm nhìn xa hẹp như đèn pin.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250 公尺只有 ±9 度：看得遠的那一束，窄得像手電筒。</a:t>
            </a:r>
            <a:endParaRPr lang="en-US" sz="1200" dirty="0"/>
          </a:p>
        </p:txBody>
      </p:sp>
      <p:pic>
        <p:nvPicPr>
          <p:cNvPr id="21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遠場與近場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xa và vùng gần là hai bộ anten trong cùng một radar, mỗi 72 ms đo cả hai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遠場、近場是同一顆雷達裡的兩組天線，每 72 毫秒各量一次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cuối của bảng: 2TX/6RX nhìn xa, 2TX/6RX nhìn gần, 72 ms đo cả hai.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表的最後一行：2TX/6RX 看遠、2TX/6RX 看近，每 72 毫秒兩組都量一次。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rangef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6845" y="2706624"/>
            <a:ext cx="355031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ở 40 m: vùng gần ±60°. Ô tô ở 150 m: vùng xa ±9° — xe cắt vào từ bên, vùng xa không thấy.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公尺的機車在近場 ±60°；150 公尺的車在遠場 ±9°——側面切進來的看不到。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 máy ở 40 m: hai lidar và một radar mỗi cái thấy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 40 公尺的機車，兩顆光達和一顆雷達各看到什麼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17320"/>
                <a:gridCol w="1417320"/>
                <a:gridCol w="2148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ARS 408-21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thô hơn lidar 4–16 lần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雷達比光達粗 4 到 16 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bao nhiêu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m 處攤多寬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tan(1,6°) =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× tan(1.6°) ＝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máy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機車身上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121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«một mục tiêu»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「一個目標」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cho point cloud, cho danh sách mục tiêu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雷達給的不是點雲，是目標清單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đo: 0,37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直接量：0.37 km/h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mà lidar không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光達沒有的那一行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564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mục tiêu radar báo ba số: bao xa, bao nhanh, hướng nào — không có hình dạng.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雷達的每一個目標只有三個數字：多遠、多快、哪個方向——沒有形狀。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thử · 攤到遠處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7_s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示意圖：課程自製（src/tools_make_diagrams.py），橫向放大五倍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1,6° ở 40 m thành 1,1 m: hai xe máy đi song song dính thành một mục tiêu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1.6° 到 40 公尺攤成 1.1 公尺：兩台並排的機車黏成一個目標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150 m thành 4,2 m — rộng hơn một làn đường (3,5 m). Nó đo được khoảng cách, nhưng không nói được xe ở làn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 150 公尺攤成 4.2 公尺，比一個車道（3.5 m）還寬。它量得到距離，卻說不出那台車在哪一道。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thế radar ACC luôn đi cùng camera: radar lo khoảng cách và tốc độ, camera lo làn đường.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這就是為什麼 ACC 的雷達一定配相機：雷達管距離和速度，相機管在哪一道。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速度那一行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tốc độ trực tiếp: Velocity resolution 0,37 km/h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雷達直接量速度：Velocity resolution 0.37 km/h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phải lấy hai khung trừ nhau — ở 10 Hz là cách nhau 100 ms. Radar đọc tốc độ ngay trong một lần đo, và trong mưa vẫn đọc được.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光達要拿兩張畫面相減，10 Hz 的話差 100 毫秒。雷達一次量測就把速度讀出來，而且雨霧裡照樣讀。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2546" y="2706624"/>
            <a:ext cx="463890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Doppler: xe lại gần thì sóng dồn lại, tần số tăng; xe đi xa thì giãn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都卜勒：接近的車把回波擠密，頻率變高；遠離的拉疏。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· 規格表上看不到的弱點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A3382F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điểm yếu của radar: vật đứng yên bị bỏ qua, và không đo được độ cao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雷達的兩個弱點：靜止的東西會被丟掉、量不出高度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Để lọc lan can, biển báo, radar truyền thống thường vứt bỏ tiếng vọng đứng yên. Vài vụ đâm vào xe cứu hoả đỗ trên đường có nền kỹ thuật ở đây: radar bỏ mục tiêu đứng yên, camera không nhận ra. Dòng này không có trên datasheet — nó nằm trong phần mềm.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為了過濾護欄、路牌，傳統雷達常把靜止的回波丟掉。幾起撞上停在路上的消防車的事故，技術背景就在這裡：雷達把靜止目標丟了，相機沒認出來。這一行規格表上沒有，在軟體裡。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không có độ cao: cầu và chiếc xe đỗ dưới cầu, với nó đều là «phía trước có vật».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沒有高度：橋和橋下停的車，在它眼裡都是「前方有東西」。</a:t>
            </a:r>
            <a:endParaRPr lang="en-US" sz="1250" dirty="0"/>
          </a:p>
        </p:txBody>
      </p:sp>
      <p:pic>
        <p:nvPicPr>
          <p:cNvPr id="11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hay module · 晶片還是模組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của chip radar (TI AWR1843) không có tầm đo, không có góc nhìn: hai dòng đó do anten quyết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雷達晶片（TI AWR1843）的規格表沒有測距、沒有視野：那兩行由天線決定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447477" y="1580904"/>
            <a:ext cx="1770784" cy="2241288"/>
          </a:xfrm>
          <a:prstGeom prst="roundRect">
            <a:avLst>
              <a:gd name="adj" fmla="val 51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38917" y="1672344"/>
            <a:ext cx="15879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12069" y="1699776"/>
            <a:ext cx="14416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radar · TI AWR1843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 · TI AWR1843</a:t>
            </a:r>
            <a:endParaRPr lang="en-US" sz="950" dirty="0"/>
          </a:p>
        </p:txBody>
      </p:sp>
      <p:pic>
        <p:nvPicPr>
          <p:cNvPr id="7" name="Image 0" descr="/Users/tsengchenghsun/Class/carClass/Claude outputs/第六週(10-15)/src/img/w6_awr1843_f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917" y="2074621"/>
            <a:ext cx="1587904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538917" y="3529584"/>
            <a:ext cx="158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TI, AWR1843 data sheet SWRS222D, p.1 · 節錄 · 讀取 2026/10/08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492581" y="1580904"/>
            <a:ext cx="2203942" cy="224128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4021" y="1672344"/>
            <a:ext cx="202106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57173" y="1699776"/>
            <a:ext cx="187475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radar · Continental ARS 408-21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雷達模組 · Continental ARS 408-21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021" y="2074621"/>
            <a:ext cx="2021062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021" y="3529584"/>
            <a:ext cx="2021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Băng thông quyết định phân biệt khoảng cách (4 GHz → 3,75 cm); anten quyết định nhìn bao xa, bao rộng.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頻寬決定距離分得多細（4 GHz → 3.75 cm）；天線決定看多遠、多寬。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AUMOVIO ARS 548 RDI（2025）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85674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54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8565"/>
            <a:ext cx="2710444" cy="1960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10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data sheet (2025),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33988" y="786384"/>
            <a:ext cx="500709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 (radar 4D): 192 anten, chùm 1,2°, và đo được độ cao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RDI（4D 雷達）：192 根天線、波束 1.2°、量得出高度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3398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8885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40996" y="1665299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Rx × 12 Tx = 192 anten ảo (ARS 408: 24)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收 × 12 發 = 192 個虛擬天線（408 是 24）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3398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8885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波束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40996" y="2226130"/>
            <a:ext cx="3800084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beam width 1,2° (408: 2,2°) — bảng không in dòng phân giải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beam width 1.2°（408 是 2.2°）——表上沒印解析度那一行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3988" y="30981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852" y="31346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cao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高度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40996" y="3098103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±4°…±14°, chính xác ±0,1° — chữ D thứ tư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Elevation ±4°…±14°，準確度 ±0.1°——第四個 D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5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561092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265180" y="1417320"/>
            <a:ext cx="1094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D thứ tư của «4D» là độ cao: xe dưới cầu, lốp trên đường, cuối cùng tách ra được.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4D 的第四個 D 是高度：橋下的車、路上的輪胎，終於分得出來。</a:t>
            </a:r>
            <a:endParaRPr lang="en-US" sz="1200" dirty="0"/>
          </a:p>
        </p:txBody>
      </p:sp>
      <p:pic>
        <p:nvPicPr>
          <p:cNvPr id="21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· 為什麼它不怕雨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sợ mưa sương: bước sóng 4 mm lớn hơn hạt mưa, vòng qua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雷達不怕雨霧：波長 4 公釐比雨滴大，繞得過去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nói 905 nm của lidar nhỏ hơn hạt sương một nghìn lần nên bị tán xạ. Bước sóng radar lớn hơn hạt mưa — nên chạy được mọi thời tiết. Cái giá: không thấy hình dạng, không thấy màu.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第五週講過光達的 905 奈米比霧滴小一千倍，所以被散射。雷達的波長比雨滴還大——所以全天候。代價是看不到形狀、看不到顏色。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thời tiết không phải vạn năng: nó thấy «có vật, bao xa, bao nhanh», không thấy «đó là gì».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全天候不等於全能：它看得到「那裡有東西、多遠、多快」，看不到「那是什麼」。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ARS 408-21, tìm bốn con số, rồi xem phán định ở Hà Nội và cao tốc.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每個人自己做：ARS 408-21，找四個數字，再看河內和國道的判定。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tầm vùng xa · góc nhìn vùng xa · phân giải góc vùng xa · phân giải tốc độ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四題：遠場測距・遠場視野・遠場角解析度・速度解析度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phân giải góc: bản in sai, chọn theo lẽ thường, công cụ sẽ nói vì sao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角解析度那一題原件印錯了，用常識選，工具會告訴你為什麼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đổi sang ARS 548, làm lại — so xem những dòng nào thay đổi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做完切 ARS 548 再做一次，比一比哪幾行變了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sẽ đỏ — tầm đo 250 m đủ, tắc ở dòng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國道那一格會是紅的——測距 250 公尺夠，卡在另一行。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của tiết 1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第一節的三句話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thứ, mỗi thứ một dòng: khoảng cách, tốc độ, góc. Tốc độ là đo trực tiếp — dòng mà lidar không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雷達三件事各一行：距離、速度、角度。速度是直接量的——光達沒有的那一行。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radar, hai bộ số: vùng xa hẹp mà xa (±9°, 250 m), vùng gần rộng mà gần (±60°, 70 m). Hỏi: khoảng cách tôi cần ở bộ nào?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一顆雷達兩組數字：遠場窄而遠（±9°、250 m），近場寬而近（±60°、70 m）。要問：我要的距離在哪一組？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 1,6° ra xa thành vài mét: đo được khoảng cách, nhưng không nói được ở làn nào. 4D radar: 192 anten, có độ cao.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 1.6° 到遠處變成好幾公尺：量得到距離，說不出在哪一道。4D 雷達：192 根天線、有高度。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ARS 408-21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Continental ARS 408-21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40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40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40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Long Range Radar Sensor 77 GHz (Print ID 091018_FS_ARS_408_21_EN_HS) · 原頁全文 · 讀取 2026/10/08 · 版權歸 Continental，課堂引用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ARS 548 RDI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AUMOVIO ARS 548 RDI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54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54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54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long range radar sensor 77 GHz data sheet (FS_ARS-548-RDI_EN, 2025) · 原頁全文 · 讀取 2026/10/08 · 版權歸 AUMOVIO，課堂引用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AWR1843 — trang bìa data sheet gốc (87 trang, chỉ in trang 1)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TI AWR1843 — 廠商規格書封面（全 87 頁，只放第 1 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wr1843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Instruments, AWR1843 Single-Chip 77 to 79GHz FMCW Radar Sensor, SWRS222D (Dec 2018, rev. Sept 2024), p.1 · 原頁全文 · 讀取 2026/10/08 · 版權歸 TI，課堂引用</a:t>
            </a:r>
            <a:endParaRPr lang="en-US" sz="850" dirty="0"/>
          </a:p>
        </p:txBody>
      </p:sp>
      <p:pic>
        <p:nvPicPr>
          <p:cNvPr id="8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2026-10-08T14:44:12Z</dcterms:created>
  <dcterms:modified xsi:type="dcterms:W3CDTF">2026-10-08T14:44:12Z</dcterms:modified>
</cp:coreProperties>
</file>