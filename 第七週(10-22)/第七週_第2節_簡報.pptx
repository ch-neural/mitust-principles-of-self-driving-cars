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七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下雨起霧，光達看的距離變短，雷達幾乎不受影響，先頂上；反過來，雷達量不出高度，分不出頭頂的路牌，光達的點有高有低，補得上。第一節第六張講雨霧，第一節第八張看過雷達的點全部在同一個高度。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先撐；出隧道，衛星一回來，馬上拉回正確的位置。本節第九張的九比一，就是在算這件事。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開場那一題：雷達說前方六十公尺有東西，相機說沒有車。第八張講了三種做法。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就像你有兩支錶，一支很準、一支常常快慢，你兩支都看，但比較聽準的那支。第九張那支動圖算過：IMU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最後，第十一張那五組搭檔，其實只有兩種模式：一個管「是什麼」，一個管「多遠、多快」；或是一個壞了，另一個先頂上。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7;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本節第七張；第三節任務五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9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本節第九張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2026-10-20T05:31:40Z</dcterms:created>
  <dcterms:modified xsi:type="dcterms:W3CDTF">2026-10-20T05:31:40Z</dcterms:modified>
</cp:coreProperties>
</file>