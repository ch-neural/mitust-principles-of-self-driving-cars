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這裡要分清楚：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標定不只有外參。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第五週講過，標定分兩種，而且有先後。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是感測器自己內部的事：相機的鏡頭有多彎、畫面正中心在哪一個像素；光達每一條雷射線真正往上或往下幾度。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才是它裝在車上的哪裡、朝哪個方向。先標內參，再標外參。把光達點畫到照片上，兩個都要用：先用外參，把點從光達的位置換到相機的位置；再用內參，算出它落在照片的哪一個像素。今天這兩張圖示範的是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出錯：鏡頭沒問題，是光達的方向多轉了四度。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讓大家把三種融合放在一起比，看出它們各有好壞，沒有一種在每一列都贏。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上一張講了三種融合的時間點，這一張把它們排成一張表比一比。先直著讀，一欄一種。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原始資料一拿到就合，像第四張把光達的點直接投到照片上。好處是留下的資訊最多，照片上每一個點都知道自己多遠。代價是對齊要最準：第四張看過，差四度，點就整片滑掉；而且要處理的資料量最大；壞了一顆，合出來的整份資料都受影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，每一顆先各自整理出重點，再合。現在很流行的做法，是大家先各自畫成同一張從上往下看的鳥瞰圖，再疊起來。各方面都在中間。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自己把物體找出來，變成一張清單，最後才把清單對起來，像第八張相機的框配雷達的目標。最簡單、資料量最小，壞了一顆，另一顆的清單還在，比較好處理；對齊也比較寬鬆，只要對到同一個物體就好。代價是每一顆自己丟掉的資訊，就再也拿不回來了：雷達覺得太弱、沒列進清單的行人，合的時候就不存在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為什麼「對齊要多準」差這麼多？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看合的時候，要對準的東西有多大。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前期融合，要對準的是一個點。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每一個點，都要落在照片上對的那個像素。一個行人大約七十公分寬，站在二十公尺外；角度只要差一度，點就偏三十五公分，差不多一半的點會打到他旁邊的背景上，照片上這個人的距離就錯了。第四張故意轉四度，整片點都滑掉。所以要最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中期融合，要對準的是一格。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大家先畫成同一張鳥瞰圖，圖切成一格一格，每一格代表地上的一小塊。偏一點點，東西還在同一格，或是隔壁那一格；而且這種做法是用大量資料訓練出來的，可以學會容忍一點偏差。所以中等。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後期融合，要對準的是一整個物體。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說「前面二十公尺有一台車」，雷達說「前面二十點三公尺有一個目標」，差了三十公分。可是一台車將近兩公尺寬、四公尺半長，三十公分還在車身上，一看就知道是同一台。只要偏差比兩個物體之間的距離小，就對得上。所以最寬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寬鬆不是不用標定。偏差要是大到跟兩台車之間的距離差不多，雷達的目標就會配到隔壁那台車上，「時速三十」被安錯人，這就是第八張講的對應出錯。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再橫著讀兩列：「留下的資訊」和「對齊要多準」，剛好相反。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留下的資訊愈多，對齊就要愈準。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就像一個團隊做報告：前期是把每個人的原始資料丟進同一個資料夾一起看，最完整，可是格式要先統一；後期是每個人先寫好自己的結論再合成一份，最省事，可是每個人沒寫進結論的細節就看不到了。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所以沒有一種在每一列都贏。真的車上常常混著用。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讓大家知道，每一種融合都要先弄清楚「哪些資料講的是同一個東西」，這叫對應；後期融合的對應要靠判斷、最容易出錯，所以這一張拿它來講。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每一種融合都要對應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，只是對的東西不一樣。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，對的是一個點對一個像素。外參、內參標好了，光達的點落在照片的哪一個像素，是用公式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，不用猜。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，對的是一格對一格。大家都畫到同一張鳥瞰圖上，同一格就是地上同一塊，也是算出來的，剩下的交給訓練好的網路。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不一樣。相機交出一張框的清單，雷達交出一張目標的清單，兩張清單上的東西誰配誰，沒有公式可以直接算，要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。兩台車靠得很近、雷達點剛好落在兩個框中間、路邊多出一排不屬於任何框的點，都要做決定。所以對應在後期融合最明顯，也最容易出錯。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還有一種對應，每一種融合都逃不掉：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前後兩格之間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。這一格的這台車，是不是上一格那一台？這叫追蹤，第三節任務五的第 13 題會用到。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回到後期融合：雷達清單上的這個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，跟相機清單上的哪一個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，是同一個東西？兩邊都已經是物體了，所以是物體對物體。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先說明左圖簡化了什麼。真正的後期融合，雷達會先把打在同一台車上的幾個點，整理成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「二十公尺、時速三十」；相機也先自己找出框。最後才是目標對框。這張圖為了讓大家看到原料，直接畫雷達點，框也是人工標註的，不是相機自己找的。雷達點落在哪個框裡，是雷達把點整理成目標之前的原料；等一下影片裡的小白方塊，就是整理好的目標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：雷達的目標落在哪個框附近，就算它的。再加上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：雷達量得到速度，一個靜止的目標，不會是一台正在開的車。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馬上交還給人，L3 請人接手、沒人接就停下，L4 自己靠邊停。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動圖裡沒有演的是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，它在中間。L3 在 ODD 裡面是系統在開，人可以不用盯著路，可是駕駛座上的人要隨時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準備好被叫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。系統發現快要走出 ODD，或自己出了問題，就發出「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請接手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」，而且在人接手之前，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還會繼續開幾秒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，這是它跟 L2 最大的差別。已經上市的 L3，像賓士的 Drive Pilot，原廠說明寫的是給駕駛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；十秒內沒反應，它就在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自己的車道裡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減速停下、打雙黃燈，停好以後解鎖車門、自動打緊急求救電話，因為駕駛沒反應，可能是身體出了狀況。注意它不一定開到路肩，是停在車道上，所以也有人批評：停在高速公路的車道上還是危險，只是比撞車好。L3 最難的地方就在這裡：一個在看手機的人，幾秒鐘內真的回得了神嗎？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八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下雨起霧，光達看的距離變短，雷達幾乎不受影響，先頂上；反過來，雷達量不出高度，分不出頭頂的路牌，光達的點有高有低，補得上。第一節第六張講雨霧，第一節第九張看過雷達的點全部在同一個高度。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先撐；出隧道，衛星一回來，馬上拉回正確的位置。本節第十張的九比一，就是在算這件事。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；鏡頭自己有多彎，是內參，第五週講過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開場那一題：雷達說前方六十公尺有東西，相機說沒有車。第九張講了三種做法。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就像你有兩支錶，一支很準、一支常常快慢，你兩支都看，但比較聽準的那支。第十張那支動圖算過：IMU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如果壞到合起來也不夠呢？第十一張：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最後，第十二張那五組搭檔，其實只有兩種模式：一個管「是什麼」，一個管「多遠、多快」；或是一個壞了，另一個先頂上。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先對齊空間：標定（內參＋外參）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58905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7176" y="254909"/>
            <a:ext cx="7089648" cy="73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 cách ghép: sớm, giữa, muộn</a:t>
            </a:r>
            <a:endParaRPr lang="en-US" sz="1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三種融合比一比：前期、中期、後期</a:t>
            </a:r>
            <a:endParaRPr lang="en-US" sz="192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27176" y="987771"/>
          <a:ext cx="7089648" cy="796590"/>
        </p:xfrm>
        <a:graphic>
          <a:graphicData uri="http://schemas.openxmlformats.org/drawingml/2006/table">
            <a:tbl>
              <a:tblPr/>
              <a:tblGrid>
                <a:gridCol w="1394032"/>
                <a:gridCol w="1911815"/>
                <a:gridCol w="1911815"/>
                <a:gridCol w="1871986"/>
              </a:tblGrid>
              <a:tr h="33456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sớm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giữa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muộn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後期融合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khi nào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dữ liệu gốc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原始資料就合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rút đặc trưng rồi ghép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各自抽出特徵再合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tự tìm vật rồi ghép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各自找出物體再合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 (slide 4)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光達點投到照片（第四張）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vẽ thành bản đồ nhìn từ trên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大家先畫成同一張鳥瞰圖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Hộp camera + mục tiêu radar (slide 8)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相機的框＋雷達的目標（第八張）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tin giữ lại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留下的資訊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最多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Ít nhất: cái đã bỏ không lấy lại được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最少：各自丟掉的拿不回來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chỉnh phải chuẩn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對齊要多準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Rất chuẩn: từng điểm đúng điểm ảnh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最準：每個點對到對的像素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Vừa: đúng cùng một ô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中等：對到同一格就好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hơn: ghép đúng vật là được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較寬鬆：對到同一個物體就好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một cái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壞一顆的時候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hưởng nhiều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影響最大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thay, danh sách kia vẫn còn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最好處理，另一份清單還在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Lượng dữ liệu phải tính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要處理的資料量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Lớn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最大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Nhỏ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最小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27176" y="4230855"/>
            <a:ext cx="7089648" cy="398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càng nhiều thông tin thì càng phải căn chỉnh chuẩn: không có cách nào thắng ở mọi hàng.</a:t>
            </a:r>
            <a:endParaRPr lang="en-US" sz="10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留下的資訊愈多，對齊就要愈準：沒有一種在每一列都贏。</a:t>
            </a:r>
            <a:endParaRPr lang="en-US" sz="105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84643" y="111523"/>
            <a:ext cx="716931" cy="223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25471" y="111523"/>
            <a:ext cx="1752497" cy="223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radar đi với hộp camera nào? Xem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對應：雷達的目標，配哪一個相機的框？看位置，也看速度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tài xế cầm lái ngay. L3: xin tài xế cầm lái, chờ vài giây; không ai cầm thì dừng trong làn. L4: tự tấp vào lề.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L2：駕駛馬上接手。L3：請駕駛接手、等幾秒；沒人接就在車道內停下。L4：自己靠邊停。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8;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本節第八張；第三節任務五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10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本節第十張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2026-10-21T14:55:36Z</dcterms:created>
  <dcterms:modified xsi:type="dcterms:W3CDTF">2026-10-21T14:55:36Z</dcterms:modified>
</cp:coreProperties>
</file>