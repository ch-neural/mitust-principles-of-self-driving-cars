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交還給人，L4 自己靠邊停。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92"/>
              </a:spcAft>
            </a:pPr>
            <a:r>
              <a:rPr sz="11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七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下雨起霧，光達看的距離變短，雷達幾乎不受影響，先頂上；反過來，雷達量不出高度，分不出頭頂的路牌，光達的點有高有低，補得上。第一節第六張講雨霧，第一節第八張看過雷達的點全部在同一個高度。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先撐；出隧道，衛星一回來，馬上拉回正確的位置。本節第九張的九比一，就是在算這件事。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開場那一題：雷達說前方六十公尺有東西，相機說沒有車。第八張講了三種做法。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就像你有兩支錶，一支很準、一支常常快慢，你兩支都看，但比較聽準的那支。第九張那支動圖算過：IMU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如果壞到合起來也不夠呢？第十張：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最後，第十一張那五組搭檔，其實只有兩種模式：一個管「是什麼」，一個管「多遠、多快」；或是一個壞了，另一個先頂上。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7-1.jpg"/><Relationship Id="rId3" Type="http://schemas.openxmlformats.org/officeDocument/2006/relationships/image" Target="../media/image-7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gif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báo tài xế cầm lái. L4: tự vào «trạng thái rủi ro tối thiểu», ví dụ tấp vào lề. Ra khỏi ODD là phải hạ cấp.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L2：通知駕駛接手。L4：自己進入「最小風險狀態」，例如靠邊停。走出 ODD 就該降級。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7;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本節第七張；第三節任務五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9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本節第九張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2026-10-20T09:08:52Z</dcterms:created>
  <dcterms:modified xsi:type="dcterms:W3CDTF">2026-10-20T09:08:52Z</dcterms:modified>
</cp:coreProperties>
</file>