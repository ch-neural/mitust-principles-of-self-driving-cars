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一顆加速度計放在桌上，讀數一直跳；兩顆取平均，雜訊就小一點，四顆疊起來，雜訊剩一半。他還提到一種很常見的做法叫卡爾曼濾波，就是第二節第十張「比較準的多相信一點」。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全部都有，而且第二節講的兩個前提，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需要的東西，它在錄的時候就準備好了。一份資料集怎麼做得到？其實是在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錄的時候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做的，然後把結果一起存下來：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：開車出去錄之前，先在車庫裡量好每一顆的外參，光達用雷射水平儀、相機用立方體校正靶、雷達開上路反推，收資料的半年裡大約每星期重量兩次。量好的六個數字，跟著每一筆資料一起存。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：車上有一個共同的時鐘，每一張照片、每一圈光達、每一輪雷達，都蓋上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拍下那一刻的時間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到百萬分之一秒。相機和光達還多做一件事：光達轉到相機正中間的那一刻，才讓相機拍照，所以這兩個本來就對得很準。雷達沒有這樣觸發，它只有時間戳記。另外，每一個時間點，車子自己在哪裡、朝哪個方向，也都記下來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所以「幫你做好」的意思是：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數字都給你了，但要用的人自己把它們套進去算。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做觀察台的時候就是這樣：照片、光達、雷達各拍的時間不一樣，程式先用各自那一刻車子的位置和外參，換到同一個座標，再投到照片上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一個框要記七個數字：位置三個，x、y、z；大小三個，寬、長、高；最後一個是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車頭朝向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，從上往下看，這個框轉了幾度，英文叫 yaw，中文叫偏航角或航向角。就像指南針：同樣停在路邊的兩台車，一台順著路停，車頭朝北；一台斜斜地停進停車格，車頭朝東北，位置、大小都一樣，只差這一個角度。這個角度是對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量的，不是對自己的車。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為什麼只有一個角度？第二節講外參時，方向有三個數字：左右轉、上下仰、有沒有歪。可是路上的車和人幾乎都是平平地站在地面上，不會仰頭、不會側翻，所以標註只記左右轉的那一個就夠了。另外還要標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教大家怎麼用觀察台，尤其是表格最右邊「前方相機畫面」那一欄：只數有 ● 的那幾列。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，會在每個框上寫一行字，例如「車・12 m・遠離 18」：「車」是相機認出來的，「12 m」是光達量的，「遠離 18」是雷達量的速度。三種感測器各給一塊，拼成一句話。任務五會用到。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只數表格最右邊「前方相機畫面」那一欄，有一個黑色圓點 ● 的那幾列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 ● 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。框是人工畫的標註，那個 ● 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白天，美國波士頓的一個路口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，斑馬線上有一群人正在過馬路，離車子八到十公尺。場景鈕按「白天」。這一格各位在第一節看過，今天自己數。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光達點兩千兩百九十五個，雷達點五十六個。兩千三除以五十六，大約四十。答案是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40 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。同一個瞬間、同一個畫面，光達給的點，是雷達的四十倍。這就是光達「有形狀」的原因。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打開物體框。斑馬線上六個人，框都是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的。看表格，八到十公尺那六列，雷達點全部是零；光達點每個人都有，少的七個，多的七十一個。答案是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。第一節講過原因：人反射弱，橫著走又像靜止的東西。也講過，同一群人前後十五秒，其實大約三成的時候抓得到，這一格剛好全部漏掉。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紅圈全部在很低的地方，貼著地平線附近，樓上、樹上、招牌上一個都沒有。答案是：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的電波是水平往前打的，點落在遠處的車和路邊的東西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只數表格最右邊「前方相機畫面」那一欄有 ● 的那幾列。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看「數一數」第一格：三千三百二十五個。白天是兩千兩百九十五個。答案是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沒有變少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，晚上反而多一些：兩格拍的地方不一樣，點數本來就會差一些，重點是天黑沒有讓它變少。為什麼？光達自己打雷射出去，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看表格十五點六公尺那一台車，「前方相機畫面」有 ● 的那一列：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順便一提，表格裡十公尺左右還有好幾個行人，可是「前方相機畫面」那一欄沒有 ●，寫的是側面或後方，他們在車子旁邊或後面的人行道上，不在前方相機的畫面裡。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量得到速度，實心的紅圈就是它量出來在動的東西；可是量不出高度，所有的點都在同一個高度；而且抓不太到人和機車，停車場八台機車只抓到兩台，斑馬線上六個行人這一格一個都沒抓到。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點很多，是雷達的四十倍，晚上也沒有少。可是它給的只是一團一團的點，不知道那是什麼。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Mỗi dữ liệu kèm sẵn hiệu chuẩn và thời gian.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每一筆都附好標定和時間。④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hướng đầu xe)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個數字（位置、大小、車頭朝向）＋屬性（在走、停著…）。23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觀察台（夜間雨後場景，雷達點＋物體框＋合起來）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白天（波士頓斑馬線）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6 người trên vạch qua đường,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題：打開物體框。斑馬線上 6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2.295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2,295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40 lần điểm radar, đêm không ít đi;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40 倍，晚上也沒少；但不知道那是什麼。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2026-10-21T07:24:33Z</dcterms:created>
  <dcterms:modified xsi:type="dcterms:W3CDTF">2026-10-21T07:24:33Z</dcterms:modified>
</cp:coreProperties>
</file>