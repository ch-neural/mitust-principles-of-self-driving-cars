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一顆加速度計放在桌上，讀數一直跳；兩顆取平均，雜訊就小一點，四顆疊起來，雜訊剩一半。他還提到一種很常見的做法叫卡爾曼濾波，就是第二節第十張「比較準的多相信一點」。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教大家怎麼用觀察台，尤其是表格最右邊「前方相機畫面」那一欄：只數有 ● 的那幾列。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只數表格最右邊「前方相機畫面」那一欄，有一個黑色圓點 ● 的那幾列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 ● 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。框是人工畫的標註，那個 ● 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 ● 的行人有四個，十九點六、二十五點三、二十五點三、三十一點六公尺，雷達點全部是零。答案是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只數表格最右邊「前方相機畫面」那一欄有 ● 的那幾列。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看表格十五點六公尺那一台車，「前方相機畫面」有 ● 的那一列：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順便一提，表格裡十公尺左右還有好幾個行人，可是「前方相機畫面」那一欄沒有 ●，寫的是側面或後方，他們在車子旁邊或後面的人行道上，不在前方相機的畫面裡。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2026-10-21T06:09:50Z</dcterms:created>
  <dcterms:modified xsi:type="dcterms:W3CDTF">2026-10-21T06:09:50Z</dcterms:modified>
</cp:coreProperties>
</file>