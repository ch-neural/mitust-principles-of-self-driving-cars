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讓大家自己動手，打開真的自駕車資料，親眼看相機、光達、雷達各看到什麼。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動手之前，用一支影片把融合的四個好處再複習一次。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一顆加速度計放在桌上，讀數一直跳；兩顆取平均，雜訊就小一點，四顆疊起來，雜訊剩一半。他還提到一種很常見的做法叫卡爾曼濾波，就是第二節第十張「比較準的多相信一點」。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讓每個人都打開兩個網頁、填好姓名學號，準備開始。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讓大家知道今天用的 nuScenes 是什麼樣的資料。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讓大家知道，一份像 nuScenes 這樣的資料集，對做自駕車的人有什麼用。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做自駕車，寫程式只是一半；另一半是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。nuScenes 的論文寫得很清楚，它主要有四種用途。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第一，訓練。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電腦要認得出那是一台車、一個人，就得先看過很多「答案」：這裡有一台車，框在這裡。上一張說，整份資料有一百四十萬個這樣的框。拿來訓練的模型，會做三件事：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，找出車和人在哪裡；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，跟著同一台車一秒一秒走；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，猜它接下來往哪裡走。資料裡還附了地圖，連「這條路正常該怎麼走」都畫好了，就是給預測用的。這是第八週、第十週要講的。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第二，考試。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就像全年級考同一份考卷。每個研究團隊的方法，都拿同一份測試資料、用同一個分數比，nuScenes 自己定了一個分數，叫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NDS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。大家把結果上傳，排行榜上誰比較好一目了然。論文還說，同樣的方法放到 nuScenes 上，分數比在更早的 KITTI 資料集上低很多：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，因為城市複雜、有雨、有晚上。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第三，研究融合。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這是它最特別的地方：相機、光達、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全部都有，而且第二節講的兩個前提，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需要的東西，它在錄的時候就準備好了。一份資料集怎麼做得到？其實是在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錄的時候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做的，然後把結果一起存下來：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：開車出去錄之前，先在車庫裡量好每一顆的外參，光達用雷射水平儀、相機用立方體校正靶、雷達開上路反推，收資料的半年裡大約每星期重量兩次。量好的六個數字，跟著每一筆資料一起存。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：車上有一個共同的時鐘，每一張照片、每一圈光達、每一輪雷達，都蓋上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拍下那一刻的時間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精確到百萬分之一秒。相機和光達還多做一件事：光達轉到相機正中間的那一刻，才讓相機拍照，所以這兩個本來就對得很準。雷達沒有這樣觸發，它只有時間戳記。另外，每一個時間點，車子自己在哪裡、朝哪個方向，也都記下來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所以「幫你做好」的意思是：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數字都給你了，但要用的人自己把它們套進去算。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做觀察台的時候就是這樣：照片、光達、雷達各拍的時間不一樣，程式先用各自那一刻車子的位置和外參，換到同一個座標，再投到照片上。論文特別說，它是第一個有雷達的大型資料集，鼓勵大家研究雷達和融合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第四，開發新方法時，先拿真實資料試。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在真的上路之前，先看新的程式在幾千個真實瞬間裡會不會出錯。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右邊這四格，就是我們這門課用 nuScenes 做過的四件事：第二節的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，還有第一節那張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同一個人前後十五秒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的追蹤。請大家回想一下，各在哪一張看過？下一張講，實際上要怎麼用它。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讓大家知道，實際上要怎麼拿到、怎麼用一份自駕車資料集。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第一，註冊、下載。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 nuscenes.org 註冊帳號，同意它的授權：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。完整版很大；我們用的 mini 版只有十段場景，解開大約五 GB。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第二，讀資料。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官方有一套免費的工具，叫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nuscenes-devkit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 Python 寫的。每一個瞬間，它都幫你整理好：六張照片、光達和雷達的點、人工標的框、每顆感測器的標定（就是第二節講的外參），還有每一顆拍的時間。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第三，訓練、檢查。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資料分成三份，就像課本、練習題、期末考。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給電腦學，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驗證集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給自己做練習題檢查學得好不好。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第四，算分數。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最後拿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跑一遍，測試集的答案不公開，要把結果上傳，由官方算出 NDS 分數，放上排行榜。這樣才公平，沒有人能偷看答案。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看底註：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我們這門課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只走了前兩步的簡化版。只下載 mini，沒有用官方工具，而是自己寫程式讀檔、把點投到照片上，做成等一下要用的觀察台。所以各位今天看到的，是跟研究人員一樣的原始資料。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讓大家看到，一台資料車上，十二顆感測器裝在哪、朝哪看；也呼應第二節的外參。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讓大家知道，資料集裡的框是人一格一格標出來的；下週輪到大家自己標。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一個框要記七個數字：位置三個，x、y、z；大小三個，寬、長、高；最後一個是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車頭朝向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，從上往下看，這個框轉了幾度，英文叫 yaw，中文叫偏航角或航向角。就像指南針：同樣停在路邊的兩台車，一台順著路停，車頭朝北；一台斜斜地停進停車格，車頭朝東北，位置、大小都一樣，只差這一個角度。這個角度是對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量的，不是對自己的車。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為什麼只有一個角度？第二節講外參時，方向有三個數字：左右轉、上下仰、有沒有歪。可是路上的車和人幾乎都是平平地站在地面上，不會仰頭、不會側翻，所以標註只記左右轉的那一個就夠了。另外還要標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讓大家想一想，別人的資料能不能直接用在我們的路上？答案是要有自己的資料。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前面講過，這份資料拿來訓練電腦、在同一份考卷上比分數、研究融合。那它能不能直接用在我們這裡？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教大家怎麼用觀察台，尤其是表格最右邊「前方相機畫面」那一欄：只數有 ● 的那幾列。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圓圈，顏色也照距離：紅色近、藍色遠；實心的表示那個東西在動，空心的表示靜止。為什麼雷達圈也要照距離上色？因為雷達量不出高度，遠處的點畫到照片上會疊到近處的框裡，看顏色才知道它其實在多遠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，會在每個框上寫一行字，例如「車・12 m・遠離 18」：「車」是相機認出來的，「12 m」是光達量的，「遠離 18」是雷達量的速度。三種感測器各給一塊，拼成一句話。任務五會用到。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只數表格最右邊「前方相機畫面」那一欄，有一個黑色圓點 ● 的那幾列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 ● 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。框是人工畫的標註，那個 ● 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讓大家自己發現，光達點遠比雷達多，雷達抓不到這幾個行人，也量不出高度。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白天，美國波士頓的一個路口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，斑馬線上有一群人正在過馬路，離車子八到十公尺。場景鈕按「白天」。這一格各位在第一節看過，今天自己數。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光達點兩千兩百九十五個，雷達點五十六個。兩千三除以五十六，大約四十。答案是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40 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。同一個瞬間、同一個畫面，光達給的點，是雷達的四十倍。這就是光達「有形狀」的原因。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打開物體框。斑馬線上六個人，框都是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的。看表格，八到十公尺那六列，雷達點全部是零；光達點每個人都有，少的七個，多的七十一個。答案是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有同學會說：照片上框裡明明有雷達圈？請看圓圈的顏色：觀察台的雷達圈也照距離上色，紅色近、藍色遠。框裡那些都是藍、紫色，離車子十八公尺以上，在行人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；雷達量不出高度，畫到照片上，才疊進行人的框裡。第一節講過，所以那時候改用從上往下看。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第一節講過原因：人反射弱，橫著走又像靜止的東西。也講過，同一群人前後十五秒，其實大約三成的時候抓得到，這一格剛好全部漏掉。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雷達圈全部在很低的地方，貼著地平線附近，樓上、樹上、招牌上一個都沒有。答案是：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的電波是水平往前打的，點落在遠處的車和路邊的東西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順便講清楚：雷達圈不是排成一條直直的線，近的比較低、遠的貼著地平線，這是透視，就像地上的斑馬線，近的在腳下、遠的在地平線。它們真正的共同點是：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讓大家自己發現，雷達抓得到汽車，抓不太到機車。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只數表格最右邊「前方相機畫面」那一欄有 ● 的那幾列。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讓大家自己發現，天黑對相機有影響，對光達、雷達沒有。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看「數一數」第一格：三千三百二十五個。白天是兩千兩百九十五個。答案是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沒有變少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，晚上反而多一些：兩格拍的地方不一樣，點數本來就會差一些，重點是天黑沒有讓它變少。為什麼？光達自己打雷射出去，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看表格十五點六公尺那一台車，「前方相機畫面」有 ● 的那一列：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打開雷達點和物體框看看：那台黑色轎車的框是綠的，身上有一串雷達圈，有幾個是實心的，表示它在動。相機圖下面那行說明，括號裡寫的是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順便一提，表格裡十公尺左右還有好幾個行人，可是「前方相機畫面」那一欄沒有 ●，寫的是側面或後方，他們在車子旁邊或後面的人行道上，不在前方相機的畫面裡。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讓大家自己發現，很近的行人，雷達可能一個點都沒有，要靠光達和相機補。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讓大家親手做一次融合，把三種感測器說的拼成一句話，也看到雷達量速度的盲點。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讓大家把今天看到的整理成一張表：每一種弱點由誰來補。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讓大家知道，雷達量不出高度這件事，新一代雷達已經在改善，但還是取代不了相機。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，距離、速度、水平角，所以今天的雷達圈全部被放在同一個高度，沒有一個在高處。548 多了第四個數字，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題那些全部貼在低處的雷達圈，就會散開成有高有低的點。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把今天親眼看到的三件事收起來，提醒交作業和下週的內容。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量得到速度，實心的雷達圈就是它量出來在動的東西；可是量不出高度，所有的點都在同一個高度；而且抓不太到人和機車，停車場八台機車只抓到兩台，斑馬線上六個行人這一格一個都沒抓到。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點很多，是雷達的四十倍，晚上也沒有少。可是它給的只是一團一團的點，不知道那是什麼。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拿來做什麼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8924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nusc_u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3424"/>
            <a:ext cx="3242937" cy="2108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242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這門課用 nuScenes mini 做過的四件事（第一、二節）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203057" y="914400"/>
            <a:ext cx="443802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huấn luyện, thi, nghiên cứu hợp nhất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資料集拿來做什麼：訓練、考試、研究融合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Dạy máy nhận ra xe, người. ② Cùng một đề, cùng một điểm (NDS). ③ Mỗi dữ liệu kèm sẵn hiệu chuẩn và thời gian. ④ Thử phương pháp mới.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教電腦認出車和人。② 同一份考卷、同一個分數（NDS）。③ 每一筆都附好標定和時間。④ 新方法先拿真實資料試。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dữ liệu thật đã gán nhãn thì không huấn luyện, không chấm điểm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沒有標好的真實資料，就沒辦法訓練，也沒辦法打分數。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540602" y="365760"/>
            <a:ext cx="210047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68618" y="384048"/>
            <a:ext cx="1917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chung của cả khối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全年級考同一份考卷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nuScenes thế nào: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怎麼用 nuScenes：四個步驟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ký, tải về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註冊、下載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nuscenes.org, phi thương mại; bản mini ~5 GB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nuscenes.org，非商業授權；mini 版約 5 GB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dữ liệu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讀資料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nuscenes-devkit (Python)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官方工具 nuscenes-devkit（Python）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Học, kiểm tra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訓練、檢查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train để học, phần val để tự kiểm tra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訓練集拿來學，驗證集自己檢查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điểm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算分數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trên phần test, nộp kết quả, xem bảng xếp hạng (NDS)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跑測試集、上傳結果、看排行榜（NDS）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mình: chỉ tải bản mini, tự viết chương trình chiếu điểm lên ảnh, làm thành Bàn quan sát.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我們這門課：只下載 mini 版，自己寫程式把點投到照片上，做成觀察台。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hướng đầu xe)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個數字（位置、大小、車頭朝向）＋屬性（在走、停著…）。23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觀察台（夜間雨後場景，雷達點＋物體框＋合起來）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白天（波士頓斑馬線）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6 người trên vạch qua đường,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題：打開物體框。斑馬線上 6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2.295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2,295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40 lần điểm radar, đêm không ít đi;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40 倍，晚上也沒少；但不知道那是什麼。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2026-10-21T07:34:33Z</dcterms:created>
  <dcterms:modified xsi:type="dcterms:W3CDTF">2026-10-21T07:34:33Z</dcterms:modified>
</cp:coreProperties>
</file>