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第三節。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前兩節的圖，都是我從資料裡挑出來、畫好給各位看的。這一節換各位自己動手：打開一個網頁，裡面是 nuScenes 的四個真實場景，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同一個瞬間，相機、光達、雷達各看到什麼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，自己開、自己數。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四個場景：白天、停車場、夜間、夜間雨後。前四個任務，一個場景一個。任務五是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搭檔卡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：把相機、光達、雷達說的話，自己拼成一句完整的話，就是第二節最後那張「五組搭檔」的第一組。任務六，把第三週那張「每一種的弱點，由哪一種來補」的表再填一次。最後選一句結論。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兩個網頁。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左邊那個 QR 是 nuScenes 觀察台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，看資料用的。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右邊那個是作業頁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，作答用的。網址前面一樣，最後一段一個是 nusc，一個是 hw。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兩個都掃，開成兩個分頁，一邊看一邊答。觀察台右邊也有一顆按鈕可以直接跳到作業頁。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我等全班。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兩個都開好了再舉手。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觀察台的圖比較大，手機螢幕小的話橫過來看；還是太小，就兩個人共用一台電腦。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作業頁最上面的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姓名和學號現在就填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。兩個網頁右上角都有語言鈕，要看越南文現在切。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先認識一下今天的資料。第一節講過，nuScenes 是一家自駕公司公開的真實資料。它是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一台車，身上裝了一整圈感測器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，開在路上錄下來的。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第一格，六台相機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，前後左右圍一圈，三百六十度都拍得到，每秒十二張。今天只用正前方那一台。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第二格，一顆光達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，裝在車頂，Velodyne 的 HDL-32E，三十二條雷射線，每秒轉二十圈。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第三格，五顆雷達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，前面三顆、後面兩顆。型號是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Continental ARS 408-21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，就是上週各位在判讀台上讀過規格表的那一顆。它每秒更新十三次。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第四格，一千段場景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，每段二十秒，在美國波士頓和新加坡錄的。新加坡是靠左行駛，跟台灣、越南相反，等一下看畫面不要嚇到。我們用的是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mini 版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，只有十段。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這裡有一個詞要講清楚：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關鍵畫面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。感測器一直在錄，可是人工去畫框很花時間，所以每零點五秒挑一個瞬間，請人把畫面裡每一台車、每一個人都畫上立體框。這個瞬間叫關鍵畫面。今天看的四個場景，每一個都是一個關鍵畫面。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這份資料開放給非商業使用，網頁最下面有註明出處和授權。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觀察台怎麼用，看這張截圖，由上往下。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最上面，四個場景鈕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：白天、停車場、夜間、夜間雨後。按哪一個，整頁就換成那一個瞬間。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左上，四個開關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：光達點、雷達點、物體框、合起來。按一下開，再按一下關。截圖裡開的是雷達點、物體框和合起來。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先講顏色。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光達點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是小方點，顏色代表距離，紅色近、藍色遠，跟第一節的圖一樣。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雷達點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是紅色的圈，實心的表示那個東西在動，空心的表示靜止。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物體框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有兩種顏色：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綠框表示框裡至少有一個雷達點，橘框表示一個都沒有。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左下還有一張從上往下看的鳥瞰圖，自己的車在正中間、車頭朝上，前後左右各四十公尺。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右邊，數一數。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上面三格數字：畫面裡有幾個光達點、幾個雷達點、幾個物體有被雷達抓到。下面的表格，每一列是一個物體，寫它離車子多遠、身上有幾個光達點、幾個雷達點，還有一欄「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雷達：多快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」：雷達量到這個東西正在靠近還是遠離、時速多少。沒有雷達點的，這一欄就是一條線。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第四個開關「合起來」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，會在每個框上寫一行字，例如「車・14 m・≈0」：「車」是相機認出來的，「14 m」是光達量的，「≈0」是雷達量的速度。三種感測器各給一塊，拼成一句話。任務五會用到。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這裡最容易搞錯，請看結論條。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表格列的是車子周圍五十公尺內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全部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的物體，連車子後面的也列進來。所以題目問「前方相機畫面裡」的時候，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只數最右邊那一欄有黑點的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；沒有黑點的，那一欄會寫它在車子的左側、右側還是後方。nuScenes 的車一圈有六台相機，觀察台只放正前方那一台。停車場那個場景，表格裡的車有三十幾台，畫面裡只有四台。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也提醒一句：這一欄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不是「相機有沒有認出來」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。框是人工畫的標註，黑點只表示那個東西在前方相機拍得到的範圍裡。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最後，點表格的任何一列，兩張圖會用黃色把那個物體標出來，找不到的時候很好用。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任務一，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白天，美國波士頓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的一條街，兩邊停滿了車。場景鈕按「白天」。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先只開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光達點和雷達點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。給大家兩分鐘，看右邊「數一數」的前兩格。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（等大家選完再講答案。）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1 題。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光達點三千零一十三個，雷達點四十八個。三千除以四十八，大約六十。答案是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約 60 倍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。同一個瞬間、同一個畫面，光達給的點，是雷達的六十倍。這就是光達「有形狀」的原因。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2 題。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打開物體框。畫面裡的行人，框都是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橘色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的，一個雷達點都沒有。看表格，「前方相機畫面」那欄有黑點的行人有四個，十九點六、二十五點三、二十五點三、三十一點六公尺，雷達點全部是零。答案是 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 個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。第一節那張統計表說，行人在二十到三十公尺，只有一成多抓得到；今天在一個瞬間裡親眼看到。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3 題。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紅圈全部在很低的地方：遠的貼著地平線，近的車子身上稍微低一點，樓上、樹上、招牌上一個都沒有。答案是：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ARS 408 量不出高度，所有的點都放在同一個高度。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上週規格表上，408 少了「Accuracy elevation angle」那一行；第一節也講過，資料裡每一個雷達點的高度欄都是零。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其他三個選項為什麼不對？「只看得到地面」不對，雷達點落在車身上；「只看得到車」也不對，路邊靜止的東西也有點；「照片拍歪」也不對，光達點就有高有低，打得到樓上。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順便講清楚：紅圈不是排成一條直直的線，近的比較低、遠的貼著地平線，這是透視，就像地上的斑馬線，近的在腳下、遠的在地平線。它們真正的共同點是：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全部在同一個高度，離地大約半公尺。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任務二，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新加坡的一個停車場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，陰天。畫面左半邊停了一排機車，最左邊還有幾個行人；右邊停了幾台汽車。場景鈕按「停車場」，打開物體框。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先提醒一次：這個場景表格很長，因為停車場裡到處都是車，三十幾台，大部分在車子旁邊和後面。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只數最右邊有黑點的。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（等大家選完再講答案。）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4 題。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畫面裡八台機車，框大多是橘色。看表格，機車那幾列，雷達點不是零的只有兩台：十六點八公尺那台兩個點，二十一點八公尺有一台一個點。答案是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 台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5 題。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右邊那幾台汽車，二十七到二十九公尺，四台框都是綠色，每台兩到三個雷達點，只有一台是一個點。答案是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 台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兩題放在一起看：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機車比汽車近，雷達反而抓不太到。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汽車是一大塊金屬，像一面鏡子；機車小，很多部分是塑膠，人坐在上面，電波回來很弱。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這一題是給河內和胡志明市看的。滿街都是機車，雷達最不擅長的，剛好是那裡最多的。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任務三，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新加坡，晚上的一個路口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。場景鈕按「夜間」。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先把所有開關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全部關掉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，只看照片。路燈很亮，地上很暗，右邊有一台黑色的車正開過路口，車身很暗。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相機在晚上，就是這個樣子。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現在打開光達點。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（等大家選完再講答案。）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6 題。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看「數一數」第一格：三千三百二十五個。白天是三千零一十三個。答案是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差不多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。為什麼？光達自己打雷射出去，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不需要外面的光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。天黑了，相機看不清楚，光達的點一個都沒少。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7 題。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看表格十五點六公尺那一台車，有黑點的那一列：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光達七十三個點、雷達七個點。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答案是「光達 73、雷達 7」。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打開雷達點和物體框看看：那台黑色轎車的框是綠的，身上有一串紅圈，有幾個是實心的，表示它在動。相機圖下面那行說明，括號裡寫的是 8／59：五十九個雷達點，八個在動。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所以晚上的時候，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相機看不清楚，光達和雷達照樣量得到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。這就是第三週那張表第五列：「天黑，相機看不清楚」，由光達或雷達來補。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順便一提，表格裡十公尺左右還有好幾個行人，可是右邊沒有黑點，他們在車子旁邊或後面的人行道上，不在前方相機的畫面裡。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任務四，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新加坡，晚上，剛下過雨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。場景鈕按「夜間雨後」，打開物體框。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畫面右邊，有一個人正走在斑馬線上，離車子大約十公尺。他的框是一個很大的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橘色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框。找不到的話，點表格十點二公尺那一列，兩張圖會用黃色把他標出來。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（等大家選完再講答案。）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8 題。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表格十點二公尺那一列：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光達四十九個點，雷達零個。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答案是「光達 49、雷達 0」。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十公尺，很近了，雷達一個點都沒有。第一節那張統計表說，行人在十公尺內也只有兩成多抓得到；這個人就是另外那將近八成。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9 題。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要靠誰來補？想兩件事：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誰在他身上有點？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光達有四十九個點，知道他在哪裡、多遠。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誰認得出他是一個人？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光達的四十九個點，只是一小團；要知道那是人、不是一根柱子，要靠相機。答案是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光達和相機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其他三個選項：超音波只看得到幾公尺，十公尺太遠了；衛星定位是知道自己在哪，跟看到別人沒有關係；再多裝一顆雷達，問題不在少一顆，是雷達本來就不擅長抓行人。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這一題也提醒一件事：晚上、剛下過雨，相機本身也比較吃力。光達加相機，是兩個都有一點弱點的感測器，合起來才夠。這就是第二節講的融合。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任務五，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搭檔卡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。第二節最後那張「五組搭檔」，第一組是相機加雷達：相機說那是什麼，雷達說多遠、多快。今天加上光達，三個一起拼。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先示範一下。場景按「夜間雨後」，打開相機畫面上方那排最右邊、新的開關「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合起來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」。每個框上面會出現一行字，像「車・12 m・遠離 18」。三段分別是：相機認出來的「車」、光達量的「12 公尺」、雷達量的「遠離，時速 18」。右邊表格也多了一欄「雷達：多快」。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（等大家選完再講答案。）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10 題。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表格 12.0 m 那台車，就是畫面最左邊、只拍到一半的那一台。「雷達：多快」寫「遠離 18」。所以答案是：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一台車，約 12 公尺，正以時速約 18 公里遠離。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我拿官方標註前後兩格的位置算過，這台車真的是時速 18 左右在離開，雷達量得很準。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11 題。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「一台車」最靠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，只有它認得出那是車；「12 公尺」最靠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，表格的距離是用官方標註的框算的，那個框是照光達的點畫出來的；「時速 18 遠離」最靠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，它用都卜勒直接量速度。答案是「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相機／光達／雷達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12 題。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這題最重要。場景換「夜間」，那台黑色轎車，任務三看過，正在開過路口。可是「雷達：多快」寫 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≈0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。雷達壞了嗎？沒有。我用官方標註算過，這台車實際上大約時速二十二，可是它是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橫著開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的，朝我們靠近的那一段速度，只有時速五左右。雷達用都卜勒量速度，只量得到「朝我來、離我去」的那一段。就像站在路邊看一台車從左邊開到右邊，它沒有變近、也沒有變遠。答案是「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它是橫著開，雷達只量得到朝自己靠近或遠離的那一段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所以雷達量的速度，也有盲點。橫著開過去的車，要靠什麼知道它多快？跟下一題一樣。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13 題。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斑馬線上 10.2 m 的行人，雷達一個點都沒有，速度是「—」。這一塊要怎麼補？速度就是「位置變了多少，除以過了多久」。光達每秒轉二十圈，把它連續幾格的位置記下來，一除就知道他走多快。答案是「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用光達（或相機）連續幾格的位置變化，算出他走多快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」。這就是第二節講的追蹤。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四題做完，各位會發現：三種感測器各給一塊，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少了哪一塊，就要找另一個來補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。這就是融合。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任務六。第三週第一節有一張表：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每一種感測器的弱點，由哪一種來補。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今天把它再填一次，最後加上今天在 nuScenes 裡看到的兩列。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作業頁上每一列都有一個下拉選單，七個選項：相機、雷達、光達、超音波、衛星定位加 IMU 加地圖、光達或雷達、相機和光達。每一列選一個。給大家三分鐘。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（等大家選完再逐列對。）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第一列，不知道那是什麼。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光達、雷達只知道有一團東西，認得出是人還是垃圾桶的，是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第二列，讀不出紅綠燈的顏色。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只有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。第三週說過，這一列沒有別人補得上。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第三列，不知道接近得多快。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，用都卜勒直接量速度。今天觀察台上雷達點分實心、空心，就是靠它量出來的速度。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第四列，保險桿前面的近距離盲區。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超音波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，停車用的。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第五列，天黑，相機看不清楚。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光達或雷達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。任務三剛剛看到：晚上光達的點一個都沒少，那台黑色轎車雷達也抓到了。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第六列，不知道自己在哪裡。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衛星定位加 IMU 加地圖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，就是上週第二節講的那一組。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第七列，今天新加的：雷達量不出高度。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。任務一看到，雷達點全部被放在同一個高度，沒有一個在高處；光達的點一層一層的，有高有低，三十二條雷射線，每一條都有自己往上或往下的角度。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第八列，今天新加的：雷達很少抓到行人和機車。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相機和光達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。任務二、任務四看到：機車八台只有兩台、斑馬線上的行人零個雷達點；光達有點，相機認得出是什麼。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八列看下來，沒有一種感測器是每一列都不用別人補的。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剛剛那張表的第七列，雷達量不出高度，今天的答案是光達。不過這件事，雷達自己也在改。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nuScenes 是二〇一九年公開的資料，用的雷達是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ARS 408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。上週判讀台上，各位讀過同一家公司的新一代：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ARS 548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，二〇二五年的規格書。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上週第一節講 ARS 548 的時候說過：408 每一個目標回報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三個數字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，距離、速度、水平角，所以今天的紅圈全部被放在同一個高度，沒有一個在高處。548 多了第四個數字，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高度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，準到正負零點一度。這就是「4D 雷達」的第四個 D。用上週的比喻：408 像只看平面地圖，548 像看立體地圖，天橋和橋下的車，終於分得出一上一下。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所以如果 nuScenes 今天重錄、換上 548，任務一第 3 題那些全部貼在低處的紅圈，就會散開成有高有低的點。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可是請看結論條。雷達變強了，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不代表可以拿掉相機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。第二列，紅綠燈的顏色；第一列，那到底是什麼，還是只有相機答得出來。至於第八列「雷達很少抓到行人和機車」，548 會不會好一點？今天的資料是 408 錄的，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回答不了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，我們就不猜。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一台車，還是要合起來用。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最後，今天親眼看到的三件事。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第一，雷達。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量得到速度，實心的紅圈就是它量出來在動的東西；可是量不出高度，所有的點都在同一個高度；而且抓不太到人和機車，停車場八台機車只抓到兩台，白天四個行人一個都沒抓到。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第二，光達。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點很多，是雷達的六十倍，晚上也一點都沒少。可是它給的只是一團一團的點，不知道那是什麼。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第三，相機。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認得出是人還是車、讀得出紅綠燈；可是晚上就吃力。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三句合起來，就是作業最後那一題的結論：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同一個瞬間，三種感測器看到的不一樣，所以要合起來用。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作業：做完按作業頁最下面的「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產生作答單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」，截圖傳 LINE。兩個網頁下課以後還在，回家可以再開。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下週，第八週，十月二十九日：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電腦怎麼看見車輛和行人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，今天看到的那些框，是怎麼被找出來的；後半堂期中複習。第九週，十一月五日，期中考。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575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59000" y="-1366875"/>
            <a:ext cx="4191750" cy="419175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5875" y="2095875"/>
            <a:ext cx="2369250" cy="236925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6938" y="1202850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7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16938" y="1567350"/>
            <a:ext cx="7472250" cy="1519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3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mở nuScenes: cùng một khoảnh khắc, ba cảm biến thấy gì</a:t>
            </a:r>
            <a:endParaRPr lang="en-US" sz="339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9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自己打開 nuScenes：同一個瞬間，三種感測器各看到什麼</a:t>
            </a:r>
            <a:endParaRPr lang="en-US" sz="3390" dirty="0"/>
          </a:p>
        </p:txBody>
      </p:sp>
      <p:sp>
        <p:nvSpPr>
          <p:cNvPr id="6" name="Shape 4"/>
          <p:cNvSpPr/>
          <p:nvPr/>
        </p:nvSpPr>
        <p:spPr>
          <a:xfrm>
            <a:off x="516938" y="3233138"/>
            <a:ext cx="1366875" cy="4100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6938" y="3433613"/>
            <a:ext cx="7107750" cy="830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cảnh thật: tự ghép ba cảm biến thành một câu, rồi điền xong bảng «ai bù cho ai»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四個真實場景：自己把三種感測器拼成一句話，再把「誰補誰」那張表填完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16938" y="4355775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第七週 第 3 節　2026/10/22（四）11:10–12:00　CH Tseng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1138" y="309825"/>
            <a:ext cx="2205225" cy="74722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1" name="Image 0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hai trang: bàn quan sát nuScenes và trang nộp bài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開兩個網頁：nuScenes 觀察台、作業頁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257800" y="1133856"/>
            <a:ext cx="1737360" cy="226771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294376" y="12070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Bàn quan sát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nuScenes 觀察台</a:t>
            </a:r>
            <a:endParaRPr lang="en-US" sz="1000" dirty="0"/>
          </a:p>
        </p:txBody>
      </p:sp>
      <p:pic>
        <p:nvPicPr>
          <p:cNvPr id="5" name="Image 0" descr="/Users/tsengchenghsun/Class/carClass/Claude outputs/第七週(10-22)/src/img/w7_qr_nu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5816" y="1554480"/>
            <a:ext cx="1481328" cy="1481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294376" y="30540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…/week7/nusc/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903720" y="1133856"/>
            <a:ext cx="1737360" cy="226771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0296" y="12070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nộp bài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作業頁</a:t>
            </a:r>
            <a:endParaRPr lang="en-US" sz="1000" dirty="0"/>
          </a:p>
        </p:txBody>
      </p:sp>
      <p:pic>
        <p:nvPicPr>
          <p:cNvPr id="9" name="Image 1" descr="/Users/tsengchenghsun/Class/carClass/Claude outputs/第七週(10-22)/src/img/w7_qr_h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36" y="1554480"/>
            <a:ext cx="1481328" cy="1481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40296" y="30540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…/week7/hw/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257800" y="33467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hai mã, mở thành hai tab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兩個都掃，開成兩個分頁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1133856"/>
            <a:ext cx="4443984" cy="841248"/>
          </a:xfrm>
          <a:prstGeom prst="roundRect">
            <a:avLst>
              <a:gd name="adj" fmla="val 9783"/>
            </a:avLst>
          </a:prstGeom>
          <a:solidFill>
            <a:srgbClr val="0B1F3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9224" y="1225296"/>
            <a:ext cx="4151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兩個網址前面都一樣：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https://ch-neural.github.io/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MITUST-Principles-of-Self-Driving-Cars/week7/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39496" y="2157984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39496" y="216712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941832" y="21214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Bàn quan sát: chọn cảnh, bật tắt lớp điểm, đếm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觀察台：選場景、開關圖層、數一數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39496" y="265176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39496" y="266090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941832" y="26151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nộp bài: mỗi nhiệm vụ chọn đáp án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作業頁：每個任務選答案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39496" y="3145536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39496" y="31546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941832" y="3108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Trước giờ về: bấm «Tạo phiếu», chụp màn hình, gửi LINE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下課前：按「產生作答單」，截圖傳 LINE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Điền họ tên, MSSV ngay. Điện thoại nhỏ thì xoay ngang, hoặc hai người dùng chung máy tính.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姓名學號現在就填。手機太小就橫過來，或兩個人共用一台電腦。</a:t>
            </a:r>
            <a:endParaRPr lang="en-US" sz="1200" dirty="0"/>
          </a:p>
        </p:txBody>
      </p:sp>
      <p:pic>
        <p:nvPicPr>
          <p:cNvPr id="26" name="Image 2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nuScenes: một chiếc xe, một vòng cảm biến, hai thành phố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nuScenes：一台車、一圈感測器、兩個城市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7512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台相機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Quanh xe 360°, 12 ảnh/giây. Hôm nay dùng camera trước.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一圈 360 度，每秒 12 張。今天用前方那台。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92324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56916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2756916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32 tia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顆 32 線光達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756916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Velodyne HDL-32E trên nóc, 20 vòng/giây.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Velodyne HDL-32E，車頂，每秒轉 20 圈。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1728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46320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顆雷達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 408-21 — cái tuần trước đọc thông số. 13 lần/giây.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ARS 408-21，上週讀過規格表那顆。每秒 13 次。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1132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35724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6935724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cảnh, mỗi cảnh 20 giây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段場景，每段 20 秒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935724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và Singapore. Bản mini: 10 cảnh.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波士頓和新加坡。mini 版 10 段。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9502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 thật, đường thật, cảm biến thật — dữ liệu mở cho mục đích phi thương mại (CC BY-NC-SA 4.0).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真的車、真的路、真的感測器——開放給非商業使用（CC BY-NC-SA 4.0）。</a:t>
            </a:r>
            <a:endParaRPr lang="en-US" sz="1250" dirty="0"/>
          </a:p>
        </p:txBody>
      </p:sp>
      <p:pic>
        <p:nvPicPr>
          <p:cNvPr id="21" name="Image 0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dùng · 觀察台怎麼用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42062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七週(10-22)/src/img/w7_t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52728"/>
            <a:ext cx="4059936" cy="20299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39699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第七週 nuScenes 觀察台（白天場景，雷達點＋物體框＋合起來）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5020056" y="914400"/>
            <a:ext cx="362102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cảnh, bật tắt bốn công tắc, đếm bên phải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選場景、開關四個按鈕，再看右邊數一數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«Ghép lại» ghi «là gì · bao xa · nhanh» lên hộp. Bảng thêm cột «Radar: km/h»; ● = trong camera trước.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「合起來」在框上寫「是什麼・多遠・多快」。表格多一欄「雷達：多快」；●＝在前方相機畫面裡。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có mọi vật trong 50 m, kể cả phía sau. Hỏi «trong camera trước» thì chỉ đếm dòng có ●.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表格列出周圍 50 公尺內全部物體，連後面的也算。問「前方相機畫面裡」，只數有 ● 的。</a:t>
            </a:r>
            <a:endParaRPr lang="en-US" sz="1250" dirty="0"/>
          </a:p>
        </p:txBody>
      </p:sp>
      <p:pic>
        <p:nvPicPr>
          <p:cNvPr id="10" name="Image 1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1 · 任務一　白天（波士頓）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ngày: lidar và radar, ai thấy nhiều hơn?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白天：光達和雷達，誰看到的比較多？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88366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9110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783080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1: trong khung camera trước, điểm lidar gấp khoảng mấy lần điểm radar?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 題：前方相機畫面裡，光達點大約是雷達點的幾倍？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59689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6243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496312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2: mở hộp. 4 người đi bộ trong khung, mấy người có điểm radar?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2 題：打開物體框。畫面裡 4 個行人，有雷達點的有幾個？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16382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31012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3375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20954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3: điểm radar trên ảnh đều ở thấp, không có điểm nào trên cao. Vì sao?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題：雷達點在照片上都在很低的地方，沒有一個在高處，為什麼？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913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cảnh «Ban ngày». Mở lidar và radar trước, rồi mở hộp.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場景選「白天」。先開光達點和雷達點，再打開物體框。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2 · 任務二　停車場的機車（新加坡）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Bãi đỗ xe: radar bắt được xe máy hay ô tô?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停車場：雷達抓得到機車，還是汽車？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88366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9110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783080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4: trong khung có 8 xe máy. Mấy chiếc có điểm radar?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4 題：畫面裡有 8 台機車，有雷達點的有幾台？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59689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6243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496312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5: cùng khung có 4 ô tô. Mấy chiếc có điểm radar?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5 題：同一個畫面有 4 台汽車，有雷達點的有幾台？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«Bãi đỗ xe», mở hộp. Bãi đỗ có rất nhiều xe: chỉ đếm dòng có dấu ●.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場景選「停車場」，打開物體框。停車場的車很多：只數有 ● 的那幾列。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3 · 任務三　夜間（新加坡）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đêm, camera tối đi. Lidar và radar thì sao?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夜間：相機變暗了。光達和雷達呢？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88366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9110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783080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6: ban đêm có bao nhiêu điểm lidar? So với 3.013 ban ngày?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6 題：夜間畫面裡的光達點有幾個？和白天的 3,013 個比呢？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59689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6243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496312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7: xe đen qua ngã tư (khoảng 16 m): bao nhiêu điểm lidar, radar?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7 題：橫越路口的黑色轎車（約 16 公尺），身上幾個光達點、幾個雷達點？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«Ban đêm». Tắt hết các công tắc, chỉ xem ảnh trước; rồi mới mở lidar.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場景選「夜間」。先把所有開關都關掉，只看照片；再打開光達點。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4 · 任務四　夜間雨後（新加坡）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Đêm sau mưa: người qua đường cách 10 m. Ai thấy?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夜間雨後：斑馬線上 10 公尺的行人，誰看到他？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88366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9110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783080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8: người trên vạch qua đường (khoảng 10 m): bao nhiêu điểm lidar, radar?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8 題：斑馬線上約 10 公尺的行人，身上幾個光達點、幾個雷達點？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59689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6243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496312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9: người này cần cảm biến nào bù cho radar nhất?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9 題：這個行人，最要靠哪一種感測器來補雷達？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«Đêm sau mưa», mở hộp. Bấm dòng 10,2 m trong bảng để tìm người đó.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場景選「夜間雨後」，打開物體框。點表格 10.2 m 那一列，就找得到他。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5 · 任務五　搭檔卡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camera, lidar, radar thành một câu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把相機、光達、雷達說的，拼成一句話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88366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9110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783080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10 («Đêm sau mưa»): ô tô 12,0 m, ghép lại là câu nào?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10 題（夜間雨後）：12.0 m 那台車，拼起來是哪一句？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59689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6243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496312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11: «một ô tô», «12 m», «18 km/h ra xa» — mỗi phần dựa vào ai?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11 題：「一台車」「12 公尺」「時速 18 遠離」，分別最靠誰？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16382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31012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3375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20954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12 («Ban đêm»): xe đen đang chạy, sao radar ghi ≈0?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12 題（夜間）：黑色轎車明明在開，雷達為什麼寫 ≈0？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87705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" y="402336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" y="40507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" y="392277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13: người đi bộ 10,2 m radar «—», bù thế nào?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13 題：10.2 m 的行人雷達是「—」，要怎麼補？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6: điền lại bảng «ai bù cho ai» của tuần 3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任務六：把第三週那張「誰來補」的表再填一次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01752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Điểm yếu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弱點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bù?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誰來補？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biết đó là cái gì (người? thùng rác?)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不知道那是什麼（人？垃圾桶？）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đọc được màu đèn giao thông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讀不出紅綠燈的顏色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biết lại gần nhanh bao nhiêu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不知道接近得多快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Vùng mù sát cản xe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保險桿前面的近距離盲區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Trời tối, camera nhìn không rõ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天黑，相機看不清楚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biết mình đang ở đâu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不知道自己在哪裡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(Mới) Radar không đo được độ cao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（今天新加）雷達量不出高度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(Mới) Radar ít bắt được người đi bộ, xe máy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（今天新加）雷達很少抓到行人和機車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Nối lại tuần 6 · 新一代雷達補上了高度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0432" y="2245766"/>
            <a:ext cx="255118" cy="255118"/>
          </a:xfrm>
          <a:prstGeom prst="ellipse">
            <a:avLst/>
          </a:prstGeom>
          <a:solidFill>
            <a:srgbClr val="8A5A00"/>
          </a:solidFill>
          <a:ln/>
        </p:spPr>
      </p:sp>
      <p:sp>
        <p:nvSpPr>
          <p:cNvPr id="5" name="Shape 3"/>
          <p:cNvSpPr/>
          <p:nvPr/>
        </p:nvSpPr>
        <p:spPr>
          <a:xfrm>
            <a:off x="1368857" y="1962302"/>
            <a:ext cx="340157" cy="822046"/>
          </a:xfrm>
          <a:prstGeom prst="chevron">
            <a:avLst/>
          </a:prstGeom>
          <a:ln w="31750">
            <a:solidFill>
              <a:srgbClr val="8A5A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52321" y="1848917"/>
            <a:ext cx="368503" cy="1048817"/>
          </a:xfrm>
          <a:prstGeom prst="chevron">
            <a:avLst/>
          </a:prstGeom>
          <a:ln w="31750">
            <a:solidFill>
              <a:srgbClr val="8A5A0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35785" y="1735531"/>
            <a:ext cx="396850" cy="1275588"/>
          </a:xfrm>
          <a:prstGeom prst="chevron">
            <a:avLst/>
          </a:prstGeom>
          <a:ln w="31750">
            <a:solidFill>
              <a:srgbClr val="8A5A00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914400"/>
            <a:ext cx="521208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 408 trong nuScenes không đo độ cao; đời mới ARS 548 (4D) đo được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nuScenes 的 ARS 408 量不出高度；同一家的新一代 ARS 548（4D）量得出來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 408: khoảng cách, tốc độ, góc ngang. ARS 548 thêm số thứ tư: độ cao, chính xác ±0,1°.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ARS 408 回報距離、速度、水平角；ARS 548 多第四個數字：高度，準到 ±0.1°。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giỏi hơn vẫn không bỏ được camera: màu đèn, «đó là cái gì» — chỉ camera trả lời được.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雷達變強了，還是拿不掉相機：燈的顏色、「那是什麼」，只有相機答得出來。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4062" y="365760"/>
            <a:ext cx="2557018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2078" y="384048"/>
            <a:ext cx="2374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bản đồ phẳng thành bản đồ nổi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從平面地圖變成立體地圖</a:t>
            </a:r>
            <a:endParaRPr lang="en-US" sz="950" dirty="0"/>
          </a:p>
        </p:txBody>
      </p:sp>
      <p:pic>
        <p:nvPicPr>
          <p:cNvPr id="14" name="Image 0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· 本節小結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khoảnh khắc, ba cảm biến thấy khác nhau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同一個瞬間，三種感測器看到的不一樣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73736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Radar: đo được tốc độ; không có độ cao, ít bắt được người, xe máy.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雷達：量得到速度；量不出高度，抓不太到人和機車。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45059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Lidar: gấp 60 lần điểm radar, đêm vẫn vậy; nhưng không biết là cái gì.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光達：點是雷達的 60 倍，晚上也一樣；但不知道那是什麼。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163824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Camera: nhận ra là cái gì, đọc màu đèn; nhưng sợ tối. Phải ghép lại.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相機：認得出是什麼、讀得出燈色，但怕暗。所以要合起來。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913632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2376" y="387705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8 (29/10): máy tính nhận ra xe, người + ôn tập. Tuần 9 (05/11): thi giữa kỳ.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第八週（10/29）：電腦怎麼看見車和人＋期中複習。第九週（11/05）：期中考。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2026-10-18T03:25:23Z</dcterms:created>
  <dcterms:modified xsi:type="dcterms:W3CDTF">2026-10-18T03:25:23Z</dcterms:modified>
</cp:coreProperties>
</file>