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一個框要記七個數字：位置三個，x、y、z；大小三個，寬、長、高；再一個轉角，就是它的車頭朝哪。另外還要標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這樣一份資料集，拿來做什麼？三件事。第一，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教電腦認東西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：給它看幾十萬個框，它才學得會什麼是車、什麼是人，這是第八週、第十週要講的。第二，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大家在同一份考卷上比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：每個研究團隊的方法，都拿同一份測試資料算分數，誰比較好一目了然。第三，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上路之前先檢查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：新的軟體先拿資料跑一遍，看會不會漏掉人。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góc)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個數字（位置、大小、轉角）＋屬性（在走、停著…）。23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2026-10-19T12:15:58Z</dcterms:created>
  <dcterms:modified xsi:type="dcterms:W3CDTF">2026-10-19T12:15:58Z</dcterms:modified>
</cp:coreProperties>
</file>