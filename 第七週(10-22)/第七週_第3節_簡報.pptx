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讓大家自己動手，打開真的自駕車資料，親眼看相機、光達、雷達各看到什麼。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動手之前，用一支影片把融合的四個好處再複習一次。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開始做作業之前，先看一支影片，把第二節講的融合再複習一次。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MATLAB 的 Tech Talk，主講人叫 Brian，用手繪白板講，速度不快。英文旁白，請各位開字幕：右下角齒輪，字幕，選「自動翻譯」，再選中文（繁體）或越南文。自動翻譯偶爾會翻怪，看圖就懂。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3:45 播到 11:35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，大約八分鐘。前面三分多鐘是在講自駕系統分成「感測、理解、規劃、行動」四步，融合橫跨前兩步，就是左邊這張截圖，我們已經講過，可以跳過。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它講融合有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四個好處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，邊看邊對回我們上過的：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3:58 第一，資料品質更好。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一顆加速度計放在桌上，讀數一直跳；兩顆取平均，雜訊就小一點，四顆疊起來，雜訊剩一半。他還提到一種很常見的做法叫卡爾曼濾波，就是第二節第九張「比較準的多相信一點」。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6:59 第二，更可靠。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飛機上裝三根空速管，一根壞了，另外兩根投票，這就是第二節的「多數決」。可是飛進凍雨，三根一起結冰，投票也救不了；所以要換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不同種類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的感測器來補，例如用 GPS 加風速模型估空速。這就是第二節講的：兩顆被同一個原因騙，多數決就會跟著錯。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8:30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還有一個例子：雷達追蹤的小船被大船擋住，就先用模型預測它往哪裡走，跟第二節「隧道裡只剩預測」是同一件事。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9:39 第三，量到原本量不到的東西。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一台相機量不出距離，遠處的大東西和近處的小東西，在照片上可能一樣大；兩台相機從不同角度看，合起來就量得出距離。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10:40 第四，看得更廣。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停車用的超音波，一顆只看得到前面一小塊，車子四周裝一圈，合起來才看得到整圈。就是第二節搭檔表的第五組。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播完問大家一題：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這四個好處，各在第一、二節的哪裡出現過？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請兩三位同學回答。答完，我們就打開兩個網頁，開始做作業。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讓每個人都打開兩個網頁、填好姓名學號，準備開始。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讓大家知道今天用的 nuScenes 是什麼樣的資料。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讓大家看到，一台資料車上，十二顆感測器裝在哪、朝哪看；也呼應第二節的外參。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讓大家知道，資料集裡的框是人一格一格標出來的；下週輪到大家自己標。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一個框要記七個數字：位置三個，x、y、z；大小三個，寬、長、高；再一個轉角，就是它的車頭朝哪。另外還要標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讓大家想一想，別人的資料能不能直接用在我們的路上？答案是要有自己的資料。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這樣一份資料集，拿來做什麼？三件事。第一，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教電腦認東西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：給它看幾十萬個框，它才學得會什麼是車、什麼是人，這是第八週、第十週要講的。第二，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大家在同一份考卷上比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：每個研究團隊的方法，都拿同一份測試資料算分數，誰比較好一目了然。第三，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上路之前先檢查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：新的軟體先拿資料跑一遍，看會不會漏掉人。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教大家怎麼用觀察台，尤其是表格只數有黑點的那幾列。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是紅色的圈，實心的表示那個東西在動，空心的表示靜止。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」：雷達量到這個東西正在靠近還是遠離、時速多少。沒有雷達點的，這一欄就是一條線。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，會在每個框上寫一行字，例如「車・14 m・≈0」：「車」是相機認出來的，「14 m」是光達量的，「≈0」是雷達量的速度。三種感測器各給一塊，拼成一句話。任務五會用到。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只數最右邊那一欄有黑點的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；沒有黑點的，那一欄會寫它在車子的左側、右側還是後方。nuScenes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。框是人工畫的標註，黑點只表示那個東西在前方相機拍得到的範圍裡。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讓大家自己發現，光達點遠比雷達多，雷達抓不到這幾個行人，也量不出高度。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的一條街，兩邊停滿了車。場景鈕按「白天」。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光達點三千零一十三個，雷達點四十八個。三千除以四十八，大約六十。答案是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60 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。同一個瞬間、同一個畫面，光達給的點，是雷達的六十倍。這就是光達「有形狀」的原因。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打開物體框。畫面裡的行人，框都是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的，一個雷達點都沒有。看表格，「前方相機畫面」那欄有黑點的行人有四個，十九點六、二十五點三、二十五點三、三十一點六公尺，雷達點全部是零。答案是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。第一節那張統計表說，行人在二十到三十公尺，只有一成多抓得到；今天在一個瞬間裡親眼看到。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紅圈全部在很低的地方：遠的貼著地平線，近的車子身上稍微低一點，樓上、樹上、招牌上一個都沒有。答案是：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其他三個選項為什麼不對？「只看得到地面」不對，雷達點落在車身上；「只看得到車」也不對，路邊靜止的東西也有點；「照片拍歪」也不對，光達點就有高有低，打得到樓上。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順便講清楚：紅圈不是排成一條直直的線，近的比較低、遠的貼著地平線，這是透視，就像地上的斑馬線，近的在腳下、遠的在地平線。它們真正的共同點是：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讓大家自己發現，雷達抓得到汽車，抓不太到機車。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先提醒一次：這個場景表格很長，因為停車場裡到處都是車，三十幾台，大部分在車子旁邊和後面。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只數最右邊有黑點的。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讓大家自己發現，天黑對相機有影響，對光達、雷達沒有。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看「數一數」第一格：三千三百二十五個。白天是三千零一十三個。答案是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。為什麼？光達自己打雷射出去，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。天黑了，相機看不清楚，光達的點一個都沒少。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看表格十五點六公尺那一台車，有黑點的那一列：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打開雷達點和物體框看看：那台黑色轎車的框是綠的，身上有一串紅圈，有幾個是實心的，表示它在動。相機圖下面那行說明，括號裡寫的是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順便一提，表格裡十公尺左右還有好幾個行人，可是右邊沒有黑點，他們在車子旁邊或後面的人行道上，不在前方相機的畫面裡。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讓大家自己發現，很近的行人，雷達可能一個點都沒有，要靠光達和相機補。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讓大家親手做一次融合，把三種感測器說的拼成一句話，也看到雷達量速度的盲點。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公里遠離。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左右在離開，雷達量得很準。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遠離」最靠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讓大家把今天看到的整理成一張表：每一種弱點由誰來補。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。任務三剛剛看到：晚上光達的點一個都沒少，那台黑色轎車雷達也抓到了。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讓大家知道，雷達量不出高度這件事，新一代雷達已經在改善，但還是取代不了相機。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，距離、速度、水平角，所以今天的紅圈全部被放在同一個高度，沒有一個在高處。548 多了第四個數字，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題那些全部貼在低處的紅圈，就會散開成有高有低的點。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把今天親眼看到的三件事收起來，提醒交作業和下週的內容。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量得到速度，實心的紅圈就是它量出來在動的東西；可是量不出高度，所有的點都在同一個高度；而且抓不太到人和機車，停車場八台機車只抓到兩台，白天四個行人一個都沒抓到。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點很多，是雷達的六十倍，晚上也一點都沒少。可是它給的只是一團一團的點，不知道那是什麼。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6qV3YjFppuc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先看影片：融合的四個好處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matlab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98051"/>
            <a:ext cx="3511296" cy="1973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影片截圖（3:30）：MATLAB Tech Talk，課堂引用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video: hợp nhất cảm biến giúp được bốn việc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看影片：感測器融合的四個好處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Dữ liệu tốt hơn (ít nhiễu). ② Đáng tin hơn (hỏng một cái vẫn đo). ③ Đo được thứ một cảm biến không đo được. ④ Phủ rộng hơn.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資料更好（雜訊少）② 更可靠（壞一顆還量得到）③ 量到單一顆量不到的東西 ④ 看得更廣。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sensor fusion (MATLAB)　12:35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影片：什麼是感測器融合（MATLAB）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youtu.be/6qV3YjFppuc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xong, mỗi điểm hãy tìm một ví dụ trong tiết 1, 2.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看完，每一個好處都在第一、二節找一個例子。</a:t>
            </a:r>
            <a:endParaRPr lang="en-US" sz="1250" dirty="0"/>
          </a:p>
        </p:txBody>
      </p:sp>
      <p:pic>
        <p:nvPicPr>
          <p:cNvPr id="13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góc)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個數字（位置、大小、轉角）＋屬性（在走、停著…）。23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2062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2728"/>
            <a:ext cx="4059936" cy="2029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觀察台（白天場景，雷達點＋物體框＋合起來）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020056" y="914400"/>
            <a:ext cx="36210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có mọi vật trong 50 m, kể cả phía sau. Hỏi «trong camera trước» thì chỉ đếm dòng có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表格列出周圍 50 公尺內全部物體，連後面的也算。問「前方相機畫面裡」，只數有 ● 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4 người đi bộ trong khung,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題：打開物體框。畫面裡 4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Bãi đỗ có rất nhiều xe: chỉ đếm dòng có dấu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場景選「停車場」，打開物體框。停車場的車很多：只數有 ● 的那幾列。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3.013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3,013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«18 km/h ra xa»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遠離」，分別最靠誰？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60 lần điểm radar, đêm vẫn vậy;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60 倍，晚上也一樣；但不知道那是什麼。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2026-10-20T09:08:55Z</dcterms:created>
  <dcterms:modified xsi:type="dcterms:W3CDTF">2026-10-20T09:08:55Z</dcterms:modified>
</cp:coreProperties>
</file>