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讓大家自己動手，打開真的自駕車資料，親眼看相機、光達、雷達各看到什麼。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前兩節的圖，都是我從資料裡挑出來、畫好給各位看的。這一節換各位自己動手：打開一個網頁，裡面是 nuScenes 的四個真實場景，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同一個瞬間，相機、光達、雷達各看到什麼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，自己開、自己數。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四個場景：白天、停車場、夜間、夜間雨後。前四個任務，一個場景一個。任務五是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搭檔卡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：把相機、光達、雷達說的話，自己拼成一句完整的話，就是第二節最後那張「五組搭檔」的第一組。任務六，把第三週那張「每一種的弱點，由哪一種來補」的表再填一次。最後選一句結論。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動手之前，用一支影片把融合的四個好處再複習一次。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開始做作業之前，先看一支影片，把第二節講的融合再複習一次。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這支是 MATLAB 的 Tech Talk，主講人叫 Brian，用手繪白板講，速度不快。英文旁白，請各位開字幕：右下角齒輪，字幕，選「自動翻譯」，再選中文（繁體）或越南文。自動翻譯偶爾會翻怪，看圖就懂。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 3:45 播到 11:35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，大約八分鐘。前面三分多鐘是在講自駕系統分成「感測、理解、規劃、行動」四步，融合橫跨前兩步，就是左邊這張截圖，我們已經講過，可以跳過。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它講融合有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四個好處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，邊看邊對回我們上過的：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3:58 第一，資料品質更好。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一顆加速度計放在桌上，讀數一直跳；兩顆取平均，雜訊就小一點，四顆疊起來，雜訊剩一半。他還提到一種很常見的做法叫卡爾曼濾波，就是第二節第九張「比較準的多相信一點」。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6:59 第二，更可靠。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飛機上裝三根空速管，一根壞了，另外兩根投票，這就是第二節的「多數決」。可是飛進凍雨，三根一起結冰，投票也救不了；所以要換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不同種類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的感測器來補，例如用 GPS 加風速模型估空速。這就是第二節講的：兩顆被同一個原因騙，多數決就會跟著錯。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8:30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還有一個例子：雷達追蹤的小船被大船擋住，就先用模型預測它往哪裡走，跟第二節「隧道裡只剩預測」是同一件事。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9:39 第三，量到原本量不到的東西。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一台相機量不出距離，遠處的大東西和近處的小東西，在照片上可能一樣大；兩台相機從不同角度看，合起來就量得出距離。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10:40 第四，看得更廣。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停車用的超音波，一顆只看得到前面一小塊，車子四周裝一圈，合起來才看得到整圈。就是第二節搭檔表的第五組。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播完問大家一題：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這四個好處，各在第一、二節的哪裡出現過？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請兩三位同學回答。答完，我們就打開兩個網頁，開始做作業。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讓每個人都打開兩個網頁、填好姓名學號，準備開始。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兩個網頁。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左邊那個 QR 是 nuScenes 觀察台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，看資料用的。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右邊那個是作業頁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，作答用的。網址前面一樣，最後一段一個是 nusc，一個是 hw。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兩個都掃，開成兩個分頁，一邊看一邊答。觀察台右邊也有一顆按鈕可以直接跳到作業頁。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我等全班。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兩個都開好了再舉手。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觀察台的圖比較大，手機螢幕小的話橫過來看；還是太小，就兩個人共用一台電腦。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作業頁最上面的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姓名和學號現在就填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。兩個網頁右上角都有語言鈕，要看越南文現在切。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讓大家知道今天用的 nuScenes 是什麼樣的資料。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先認識一下今天的資料。第一節講過，nuScenes 是一家自駕公司公開的真實資料。它是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一台車，身上裝了一整圈感測器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，開在路上錄下來的。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第一格，六台相機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，前後左右圍一圈，三百六十度都拍得到，每秒十二張。今天只用正前方那一台。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第二格，一顆光達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，裝在車頂，Velodyne 的 HDL-32E，三十二條雷射線，每秒轉二十圈。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第三格，五顆雷達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，前面三顆、後面兩顆。型號是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Continental ARS 408-21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，就是上週各位在判讀台上讀過規格表的那一顆。它每秒更新十三次。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第四格，一千段場景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，每段二十秒，在美國波士頓和新加坡錄的。新加坡是靠左行駛，跟台灣、越南相反，等一下看畫面不要嚇到。我們用的是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mini 版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，只有十段。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這裡有一個詞要講清楚：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關鍵畫面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。感測器一直在錄，可是人工去畫框很花時間，所以每零點五秒挑一個瞬間，請人把畫面裡每一台車、每一個人都畫上立體框。這個瞬間叫關鍵畫面。今天看的四個場景，每一個都是一個關鍵畫面。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這份資料開放給非商業使用，網頁最下面有註明出處和授權。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讓大家知道，一份像 nuScenes 這樣的資料集，對做自駕車的人有什麼用。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做自駕車，寫程式只是一半；另一半是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資料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。nuScenes 的論文寫得很清楚，它主要有四種用途。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第一，訓練。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電腦要認得出那是一台車、一個人，就得先看過很多「答案」：這裡有一台車，框在這裡。上一張說，整份資料有一百四十萬個這樣的框。拿來訓練的模型，會做三件事：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偵測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，找出車和人在哪裡；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追蹤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，跟著同一台車一秒一秒走；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，猜它接下來往哪裡走。資料裡還附了地圖，連「這條路正常該怎麼走」都畫好了，就是給預測用的。這是第八週、第十週要講的。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第二，考試。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就像全年級考同一份考卷。每個研究團隊的方法，都拿同一份測試資料、用同一個分數比，nuScenes 自己定了一個分數，叫 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NDS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。大家把結果上傳，排行榜上誰比較好一目了然。論文還說，同樣的方法放到 nuScenes 上，分數比在更早的 KITTI 資料集上低很多：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它比較難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，因為城市複雜、有雨、有晚上。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第三，研究融合。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這是它最特別的地方：相機、光達、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全部都有，而且已經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同步、標定好了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，第二節講的兩個前提，它都幫你做好了。論文特別說，它是第一個有雷達的大型資料集，鼓勵大家研究雷達和融合。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第四，開發新方法時，先拿真實資料試。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在真的上路之前，先看新的程式在幾千個真實瞬間裡會不會出錯。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右邊這四格，就是我們這門課用 nuScenes 做過的四件事：第二節的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同步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對應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，還有第一節那張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同一個人前後十五秒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的追蹤。請大家回想一下，各在哪一張看過？下一張講，實際上要怎麼用它。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讓大家知道，實際上要怎麼拿到、怎麼用一份自駕車資料集。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四個步驟。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第一，註冊、下載。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 nuscenes.org 註冊帳號，同意它的授權：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非商業使用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。完整版很大；我們用的 mini 版只有十段場景，解開大約五 GB。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第二，讀資料。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官方有一套免費的工具，叫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nuscenes-devkit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 Python 寫的。每一個瞬間，它都幫你整理好：六張照片、光達和雷達的點、人工標的框、每顆感測器的標定（就是第二節講的外參），還有每一顆拍的時間。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第三，訓練、檢查。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資料分成三份，就像課本、練習題、期末考。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訓練集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給電腦學，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驗證集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給自己做練習題檢查學得好不好。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第四，算分數。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最後拿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測試集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跑一遍，測試集的答案不公開，要把結果上傳，由官方算出 NDS 分數，放上排行榜。這樣才公平，沒有人能偷看答案。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看底註：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我們這門課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只走了前兩步的簡化版。只下載 mini，沒有用官方工具，而是自己寫程式讀檔、把點投到照片上，做成等一下要用的觀察台。所以各位今天看到的，是跟研究人員一樣的原始資料。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讓大家看到，一台資料車上，十二顆感測器裝在哪、朝哪看；也呼應第二節的外參。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剛剛的數字背後，是一台真的車。這張圖是我用 nuScenes 附的標定資料畫的，每一顆的位置和方向都是真的，車頭朝上。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藍色的扇形是六台相機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，前、後、左前、右前、左後、右後，六個扇形拼起來剛好一整圈。後面那台的扇形特別寬，因為它用的是廣角鏡頭。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黃色的圈是光達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，裝在車頂中間，一直轉，一圈三百六十度。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紅色的箭頭是五顆雷達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：正前方一顆，前面兩個角各一顆，後面兩個角各一顆。請看前角那兩顆，箭頭是朝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左右兩邊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的，第二節講外參的時候說過，它口中的「正前方」，其實是車子的側面。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這十二顆，每一顆都有第二節講的六個數字：裝在哪、朝哪。還有時間：第二節說過，光達轉到相機正中間的那一刻，才讓相機拍照。一台資料車，最難的不是買感測器，是把它們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論文寫：他們在波士頓和新加坡一共開了十五個小時、兩百四十二公里，平均時速只有十六公里，因為都在市區。然後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從裡面挑出一千段值得看的二十秒，例如有人隨意穿越馬路、在路口等很久、下雨、晚上。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讓大家知道，資料集裡的框是人一格一格標出來的；下週輪到大家自己標。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觀察台上那些框，是從哪裡來的？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人畫的。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每零點五秒挑一格，就是我們說的關鍵畫面，然後請人把畫面裡的每一台車、每一個人、每一個三角錐，都畫成一個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立體框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。看左邊這張：綠色的是廂型車，青色的是路邊一排三角錐，框都是立體的，有長、有寬、有高。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一個框要記七個數字：位置三個，x、y、z；大小三個，寬、長、高；再一個轉角，就是它的車頭朝哪。另外還要標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屬性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：這個人在走還是站著？這台車在開還是停著？整份資料一共二十三類，從汽車、行人，到嬰兒車、輪椅、警察都有。規則是：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只要有一個光達點或雷達點打到它，就要標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量有多大？完整版有四萬個關鍵畫面、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一百四十萬個框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。論文寫，是請專業的標註員標的，而且經過好幾輪檢查。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還有一件事：照片裡路人的臉和車牌，都被模糊掉了。一百四十萬張照片，人工一張一張塗不完，所以他們是先用程式自動找出臉和車牌，再模糊。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下週上機，換各位自己標。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到時候就會知道，一個框要畫多久、什麼叫「標得準」。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讓大家想一想，別人的資料能不能直接用在我們的路上？答案是要有自己的資料。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前面講過，這份資料拿來訓練電腦、在同一份考卷上比分數、研究融合。那它能不能直接用在我們這裡？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二〇一九年它公開的時候，論文說：標註的數量是更早、很有名的 KITTI 資料集的七倍，照片是一百倍。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可是請看右邊這張圖。這是我們用的 mini 版十段場景，每一類被標了幾個框。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汽車七千六百多個，機車只有四百七十一個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，連三角錐和護欄都比機車多。整份資料，百分之五十五在波士頓，其餘在新加坡；下雨的大約兩成，晚上的大約一成。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各位想想河內、胡志明市的街上，是這個比例嗎？一個只看過波士頓的電腦，第一次看到機車海，它會怎樣？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資料在哪裡錄，模型就熟悉哪裡。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所以要在台灣、越南開自駕車，一定要有自己的資料：自己的路、自己的機車、自己的天氣。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最後提醒一件事：nuScenes 的授權是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非商業使用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。上課、做研究可以，公司拿去做產品，要另外談。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教大家怎麼用觀察台，尤其是表格只數有黑點的那幾列。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觀察台怎麼用，看這張截圖，由上往下。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最上面，四個場景鈕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：白天、停車場、夜間、夜間雨後。按哪一個，整頁就換成那一個瞬間。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左上，四個開關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：光達點、雷達點、物體框、合起來。按一下開，再按一下關。截圖裡開的是雷達點、物體框和合起來。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先講顏色。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是小方點，顏色代表距離，紅色近、藍色遠，跟第一節的圖一樣。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雷達點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是紅色的圈，實心的表示那個東西在動，空心的表示靜止。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物體框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有兩種顏色：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綠框表示框裡至少有一個雷達點，橘框表示一個都沒有。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左下還有一張從上往下看的鳥瞰圖，自己的車在正中間、車頭朝上，前後左右各四十公尺。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右邊，數一數。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上面三格數字：畫面裡有幾個光達點、幾個雷達點、幾個物體有被雷達抓到。下面的表格，每一列是一個物體，寫它離車子多遠、身上有幾個光達點、幾個雷達點，還有一欄「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雷達：多快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」：雷達量到這個東西正在靠近還是遠離、時速多少。沒有雷達點的，這一欄就是一條線。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第四個開關「合起來」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，會在每個框上寫一行字，例如「車・14 m・≈0」：「車」是相機認出來的，「14 m」是光達量的，「≈0」是雷達量的速度。三種感測器各給一塊，拼成一句話。任務五會用到。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這裡最容易搞錯，請看結論條。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表格列的是車子周圍五十公尺內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的物體，連車子後面的也列進來。所以題目問「前方相機畫面裡」的時候，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只數最右邊那一欄有黑點的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；沒有黑點的，那一欄會寫它在車子的左側、右側還是後方。nuScenes 的車一圈有六台相機，觀察台只放正前方那一台。停車場那個場景，表格裡的車有三十幾台，畫面裡只有四台。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也提醒一句：這一欄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不是「相機有沒有認出來」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。框是人工畫的標註，黑點只表示那個東西在前方相機拍得到的範圍裡。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最後，點表格的任何一列，兩張圖會用黃色把那個物體標出來，找不到的時候很好用。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讓大家自己發現，光達點遠比雷達多，雷達抓不到這幾個行人，也量不出高度。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任務一，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白天，美國波士頓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的一條街，兩邊停滿了車。場景鈕按「白天」。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先只開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光達點和雷達點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。給大家兩分鐘，看右邊「數一數」的前兩格。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光達點三千零一十三個，雷達點四十八個。三千除以四十八，大約六十。答案是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約 60 倍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。同一個瞬間、同一個畫面，光達給的點，是雷達的六十倍。這就是光達「有形狀」的原因。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2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打開物體框。畫面裡的行人，框都是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橘色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的，一個雷達點都沒有。看表格，「前方相機畫面」那欄有黑點的行人有四個，十九點六、二十五點三、二十五點三、三十一點六公尺，雷達點全部是零。答案是 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 個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。第一節那張統計表說，行人在二十到三十公尺，只有一成多抓得到；今天在一個瞬間裡親眼看到。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3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紅圈全部在很低的地方：遠的貼著地平線，近的車子身上稍微低一點，樓上、樹上、招牌上一個都沒有。答案是：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408 量不出高度，所有的點都放在同一個高度。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上週規格表上，408 少了「Accuracy elevation angle」那一行；第一節也講過，資料裡每一個雷達點的高度欄都是零。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其他三個選項為什麼不對？「只看得到地面」不對，雷達點落在車身上；「只看得到車」也不對，路邊靜止的東西也有點；「照片拍歪」也不對，光達點就有高有低，打得到樓上。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順便講清楚：紅圈不是排成一條直直的線，近的比較低、遠的貼著地平線，這是透視，就像地上的斑馬線，近的在腳下、遠的在地平線。它們真正的共同點是：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全部在同一個高度，離地大約半公尺。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讓大家自己發現，雷達抓得到汽車，抓不太到機車。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任務二，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新加坡的一個停車場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，陰天。畫面左半邊停了一排機車，最左邊還有幾個行人；右邊停了幾台汽車。場景鈕按「停車場」，打開物體框。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先提醒一次：這個場景表格很長，因為停車場裡到處都是車，三十幾台，大部分在車子旁邊和後面。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只數最右邊有黑點的。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4 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畫面裡八台機車，框大多是橘色。看表格，機車那幾列，雷達點不是零的只有兩台：十六點八公尺那台兩個點，二十一點八公尺有一台一個點。答案是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 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5 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右邊那幾台汽車，二十七到二十九公尺，四台框都是綠色，每台兩到三個雷達點，只有一台是一個點。答案是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 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兩題放在一起看：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機車比汽車近，雷達反而抓不太到。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汽車是一大塊金屬，像一面鏡子；機車小，很多部分是塑膠，人坐在上面，電波回來很弱。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這一題是給河內和胡志明市看的。滿街都是機車，雷達最不擅長的，剛好是那裡最多的。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讓大家自己發現，天黑對相機有影響，對光達、雷達沒有。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任務三，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新加坡，晚上的一個路口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。場景鈕按「夜間」。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先把所有開關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全部關掉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，只看照片。路燈很亮，地上很暗，右邊有一台黑色的車正開過路口，車身很暗。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相機在晚上，就是這個樣子。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現在打開光達點。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6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看「數一數」第一格：三千三百二十五個。白天是三千零一十三個。答案是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差不多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。為什麼？光達自己打雷射出去，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不需要外面的光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。天黑了，相機看不清楚，光達的點一個都沒少。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7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看表格十五點六公尺那一台車，有黑點的那一列：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光達七十三個點、雷達七個點。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答案是「光達 73、雷達 7」。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打開雷達點和物體框看看：那台黑色轎車的框是綠的，身上有一串紅圈，有幾個是實心的，表示它在動。相機圖下面那行說明，括號裡寫的是 8／59：五十九個雷達點，八個在動。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所以晚上的時候，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相機看不清楚，光達和雷達照樣量得到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。這就是第三週那張表第五列：「天黑，相機看不清楚」，由光達或雷達來補。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順便一提，表格裡十公尺左右還有好幾個行人，可是右邊沒有黑點，他們在車子旁邊或後面的人行道上，不在前方相機的畫面裡。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讓大家自己發現，很近的行人，雷達可能一個點都沒有，要靠光達和相機補。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任務四，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新加坡，晚上，剛下過雨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。場景鈕按「夜間雨後」，打開物體框。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畫面右邊，有一個人正走在斑馬線上，離車子大約十公尺。他的框是一個很大的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橘色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框。找不到的話，點表格十點二公尺那一列，兩張圖會用黃色把他標出來。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8 題。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表格十點二公尺那一列：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光達四十九個點，雷達零個。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答案是「光達 49、雷達 0」。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十公尺，很近了，雷達一個點都沒有。第一節那張統計表說，行人在十公尺內也只有兩成多抓得到；這個人就是另外那將近八成。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9 題。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要靠誰來補？想兩件事：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誰在他身上有點？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光達有四十九個點，知道他在哪裡、多遠。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誰認得出他是一個人？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光達的四十九個點，只是一小團；要知道那是人、不是一根柱子，要靠相機。答案是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光達和相機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其他三個選項：超音波只看得到幾公尺，十公尺太遠了；衛星定位是知道自己在哪，跟看到別人沒有關係；再多裝一顆雷達，問題不在少一顆，是雷達本來就不擅長抓行人。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這一題也提醒一件事：晚上、剛下過雨，相機本身也比較吃力。光達加相機，是兩個都有一點弱點的感測器，合起來才夠。這就是第二節講的融合。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讓大家親手做一次融合，把三種感測器說的拼成一句話，也看到雷達量速度的盲點。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任務五，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搭檔卡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。第二節最後那張「五組搭檔」，第一組是相機加雷達：相機說那是什麼，雷達說多遠、多快。今天加上光達，三個一起拼。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先示範一下。場景按「夜間雨後」，打開相機畫面上方那排最右邊、新的開關「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合起來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」。每個框上面會出現一行字，像「車・12 m・遠離 18」。三段分別是：相機認出來的「車」、光達量的「12 公尺」、雷達量的「遠離，時速 18」。右邊表格也多了一欄「雷達：多快」。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10 題。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表格 12.0 m 那台車，就是畫面最左邊、只拍到一半的那一台。「雷達：多快」寫「遠離 18」。所以答案是：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一台車，約 12 公尺，正以時速約 18 公里遠離。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我拿官方標註前後兩格的位置算過，這台車真的是時速 18 左右在離開，雷達量得很準。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11 題。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「一台車」最靠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，只有它認得出那是車；「12 公尺」最靠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，表格的距離是用官方標註的框算的，那個框是照光達的點畫出來的；「時速 18 遠離」最靠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，它用都卜勒直接量速度。答案是「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相機／光達／雷達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12 題。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這題最重要。場景換「夜間」，那台黑色轎車，任務三看過，正在開過路口。可是「雷達：多快」寫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≈0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。雷達壞了嗎？沒有。我用官方標註算過，這台車實際上大約時速二十二，可是它是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橫著開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的，朝我們靠近的那一段速度，只有時速五左右。雷達用都卜勒量速度，只量得到「朝我來、離我去」的那一段。就像站在路邊看一台車從左邊開到右邊，它沒有變近、也沒有變遠。答案是「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它是橫著開，雷達只量得到朝自己靠近或遠離的那一段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所以雷達量的速度，也有盲點。橫著開過去的車，要靠什麼知道它多快？跟下一題一樣。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13 題。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斑馬線上 10.2 m 的行人，雷達一個點都沒有，速度是「—」。這一塊要怎麼補？速度就是「位置變了多少，除以過了多久」。光達每秒轉二十圈，把它連續幾格的位置記下來，一除就知道他走多快。答案是「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用光達（或相機）連續幾格的位置變化，算出他走多快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」。這就是第二節講的追蹤。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四題做完，各位會發現：三種感測器各給一塊，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少了哪一塊，就要找另一個來補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讓大家把今天看到的整理成一張表：每一種弱點由誰來補。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任務六。第三週第一節有一張表：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每一種感測器的弱點，由哪一種來補。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今天把它再填一次，最後加上今天在 nuScenes 裡看到的兩列。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作業頁上每一列都有一個下拉選單，七個選項：相機、雷達、光達、超音波、衛星定位加 IMU 加地圖、光達或雷達、相機和光達。每一列選一個。給大家三分鐘。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（等大家選完再逐列對。）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第一列，不知道那是什麼。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光達、雷達只知道有一團東西，認得出是人還是垃圾桶的，是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第二列，讀不出紅綠燈的顏色。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。第三週說過，這一列沒有別人補得上。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第三列，不知道接近得多快。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，用都卜勒直接量速度。今天觀察台上雷達點分實心、空心，就是靠它量出來的速度。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第四列，保險桿前面的近距離盲區。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，停車用的。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第五列，天黑，相機看不清楚。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光達或雷達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。任務三剛剛看到：晚上光達的點一個都沒少，那台黑色轎車雷達也抓到了。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第六列，不知道自己在哪裡。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衛星定位加 IMU 加地圖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，就是上週第二節講的那一組。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第七列，今天新加的：雷達量不出高度。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。任務一看到，雷達點全部被放在同一個高度，沒有一個在高處；光達的點一層一層的，有高有低，三十二條雷射線，每一條都有自己往上或往下的角度。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第八列，今天新加的：雷達很少抓到行人和機車。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。任務二、任務四看到：機車八台只有兩台、斑馬線上的行人零個雷達點；光達有點，相機認得出是什麼。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八列看下來，沒有一種感測器是每一列都不用別人補的。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讓大家知道，雷達量不出高度這件事，新一代雷達已經在改善，但還是取代不了相機。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剛剛那張表的第七列，雷達量不出高度，今天的答案是光達。不過這件事，雷達自己也在改。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是二〇一九年公開的資料，用的雷達是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408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。上週判讀台上，各位讀過同一家公司的新一代：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548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，二〇二五年的規格書。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上週第一節講 ARS 548 的時候說過：408 每一個目標回報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，距離、速度、水平角，所以今天的紅圈全部被放在同一個高度，沒有一個在高處。548 多了第四個數字，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高度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，準到正負零點一度。這就是「4D 雷達」的第四個 D。用上週的比喻：408 像只看平面地圖，548 像看立體地圖，天橋和橋下的車，終於分得出一上一下。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所以如果 nuScenes 今天重錄、換上 548，任務一第 3 題那些全部貼在低處的紅圈，就會散開成有高有低的點。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可是請看結論條。雷達變強了，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不代表可以拿掉相機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。第二列，紅綠燈的顏色；第一列，那到底是什麼，還是只有相機答得出來。至於第八列「雷達很少抓到行人和機車」，548 會不會好一點？今天的資料是 408 錄的，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回答不了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，我們就不猜。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一台車，還是要合起來用。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把今天親眼看到的三件事收起來，提醒交作業和下週的內容。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最後，今天親眼看到的三件事。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第一，雷達。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量得到速度，實心的紅圈就是它量出來在動的東西；可是量不出高度，所有的點都在同一個高度；而且抓不太到人和機車，停車場八台機車只抓到兩台，白天四個行人一個都沒抓到。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第二，光達。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點很多，是雷達的六十倍，晚上也一點都沒少。可是它給的只是一團一團的點，不知道那是什麼。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第三，相機。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認得出是人還是車、讀得出紅綠燈；可是晚上就吃力。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三句合起來，就是作業最後那一題的結論：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同一個瞬間，三種感測器看到的不一樣，所以要合起來用。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作業：做完按作業頁最下面的「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產生作答單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」，截圖傳 LINE。兩個網頁下課以後還在，回家可以再開。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下週，第八週，十月二十九日：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電腦怎麼看見車輛和行人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，今天看到的那些框，是怎麼被找出來的；後半堂期中複習。第九週，十一月五日，期中考。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6qV3YjFppuc" TargetMode="External"/><Relationship Id="rId1" Type="http://schemas.openxmlformats.org/officeDocument/2006/relationships/image" Target="../media/image-2-1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7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mở nuScenes: cùng một khoảnh khắc, ba cảm biến thấy gì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自己打開 nuScenes：同一個瞬間，三種感測器各看到什麼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830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cảnh thật: tự ghép ba cảm biến thành một câu, rồi điền xong bảng «ai bù cho ai»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四個真實場景：自己把三種感測器拼成一句話，再把「誰補誰」那張表填完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 第 3 節　2026/10/22（四）11:10–12:00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· 先看影片：融合的四個好處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8972"/>
            <a:ext cx="365760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matlab_fu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98051"/>
            <a:ext cx="3511296" cy="197356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214116"/>
            <a:ext cx="3511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影片截圖（3:30）：MATLAB Tech Talk，課堂引用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471416" y="914400"/>
            <a:ext cx="416966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video: hợp nhất cảm biến giúp được bốn việc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看影片：感測器融合的四個好處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Dữ liệu tốt hơn (ít nhiễu). ② Đáng tin hơn (hỏng một cái vẫn đo). ③ Đo được thứ một cảm biến không đo được. ④ Phủ rộng hơn.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資料更好（雜訊少）② 更可靠（壞一顆還量得到）③ 量到單一顆量不到的東西 ④ 看得更廣。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53415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56158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488436"/>
            <a:ext cx="3328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sensor fusion (MATLAB)　12:35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影片：什麼是感測器融合（MATLAB）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youtu.be/6qV3YjFppuc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xong, mỗi điểm hãy tìm một ví dụ trong tiết 1, 2.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看完，每一個好處都在第一、二節找一個例子。</a:t>
            </a:r>
            <a:endParaRPr lang="en-US" sz="1250" dirty="0"/>
          </a:p>
        </p:txBody>
      </p:sp>
      <p:pic>
        <p:nvPicPr>
          <p:cNvPr id="13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18</a:t>
            </a:r>
            <a:endParaRPr lang="en-US" sz="900" dirty="0"/>
          </a:p>
        </p:txBody>
      </p:sp>
      <p:sp>
        <p:nvSpPr>
          <p:cNvPr id="15" name="Text 1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hai trang: bàn quan sát nuScenes và trang nộp bài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開兩個網頁：nuScenes 觀察台、作業頁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257800" y="1133856"/>
            <a:ext cx="1737360" cy="226771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294376" y="120700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Bàn quan sát</a:t>
            </a:r>
            <a:endParaRPr lang="en-US" sz="10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觀察台</a:t>
            </a:r>
            <a:endParaRPr lang="en-US" sz="1000" dirty="0"/>
          </a:p>
        </p:txBody>
      </p:sp>
      <p:pic>
        <p:nvPicPr>
          <p:cNvPr id="5" name="Image 0" descr="/Users/tsengchenghsun/Class/carClass/Claude outputs/第七週(10-22)/src/img/w7_qr_nus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5816" y="1554480"/>
            <a:ext cx="1481328" cy="14813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294376" y="30540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…/week7/nusc/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903720" y="1133856"/>
            <a:ext cx="1737360" cy="226771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40296" y="120700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nộp bài</a:t>
            </a:r>
            <a:endParaRPr lang="en-US" sz="10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作業頁</a:t>
            </a:r>
            <a:endParaRPr lang="en-US" sz="1000" dirty="0"/>
          </a:p>
        </p:txBody>
      </p:sp>
      <p:pic>
        <p:nvPicPr>
          <p:cNvPr id="9" name="Image 1" descr="/Users/tsengchenghsun/Class/carClass/Claude outputs/第七週(10-22)/src/img/w7_qr_h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736" y="1554480"/>
            <a:ext cx="1481328" cy="148132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940296" y="30540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…/week7/hw/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257800" y="3346704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hai mã, mở thành hai tab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兩個都掃，開成兩個分頁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02920" y="1133856"/>
            <a:ext cx="444398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49224" y="1225296"/>
            <a:ext cx="4151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兩個網址前面都一樣：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MITUST-Principles-of-Self-Driving-Cars/week7/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941832" y="212140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Bàn quan sát: chọn cảnh, bật tắt lớp điểm, đếm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觀察台：選場景、開關圖層、數一數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941832" y="261518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nộp bài: mỗi nhiệm vụ chọn đáp án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作業頁：每個任務選答案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941832" y="3108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giờ về: bấm «Tạo phiếu», chụp màn hình, gửi LINE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下課前：按「產生作答單」，截圖傳 LINE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Điền họ tên, MSSV ngay. Điện thoại nhỏ thì xoay ngang, hoặc hai người dùng chung máy tính.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姓名學號現在就填。手機太小就橫過來，或兩個人共用一台電腦。</a:t>
            </a:r>
            <a:endParaRPr lang="en-US" sz="1200" dirty="0"/>
          </a:p>
        </p:txBody>
      </p:sp>
      <p:pic>
        <p:nvPicPr>
          <p:cNvPr id="26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18</a:t>
            </a:r>
            <a:endParaRPr lang="en-US" sz="900" dirty="0"/>
          </a:p>
        </p:txBody>
      </p:sp>
      <p:sp>
        <p:nvSpPr>
          <p:cNvPr id="28" name="Text 2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nuScenes: một chiếc xe, một vòng cảm biến, hai thành phố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nuScenes：一台車、一圈感測器、兩個城市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台相機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Quanh xe 360°, 12 ảnh/giây. Hôm nay dùng camera trước.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一圈 360 度，每秒 12 張。今天用前方那台。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92324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756916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2756916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32 tia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顆 32 線光達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756916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Velodyne HDL-32E trên nóc, 20 vòng/giây.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Velodyne HDL-32E，車頂，每秒轉 20 圈。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81728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846320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顆雷達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408-21 — cái tuần trước đọc thông số. 13 lần/giây.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408-21，上週讀過規格表那顆。每秒 13 次。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71132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935724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6935724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cảnh, mỗi cảnh 20 giây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段場景，每段 20 秒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935724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Boston và Singapore. Bản mini: 10 cảnh.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波士頓和新加坡。mini 版 10 段。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thật, đường thật, cảm biến thật — dữ liệu mở cho mục đích phi thương mại (CC BY-NC-SA 4.0).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真的車、真的路、真的感測器——開放給非商業使用（CC BY-NC-SA 4.0）。</a:t>
            </a:r>
            <a:endParaRPr lang="en-US" sz="1250" dirty="0"/>
          </a:p>
        </p:txBody>
      </p:sp>
      <p:pic>
        <p:nvPicPr>
          <p:cNvPr id="21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18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拿來做什麼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89241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nusc_us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3424"/>
            <a:ext cx="3242937" cy="21085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242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這門課用 nuScenes mini 做過的四件事（第一、二節）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203057" y="914400"/>
            <a:ext cx="4438023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để làm gì: huấn luyện, thi, nghiên cứu hợp nhất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資料集拿來做什麼：訓練、考試、研究融合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Dạy máy nhận ra xe, người. ② Cùng một đề, cùng một điểm (NDS). ③ Ba cảm biến đã đồng bộ, hiệu chuẩn sẵn. ④ Thử phương pháp mới.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教電腦認出車和人。② 同一份考卷、同一個分數（NDS）。③ 三種感測器已同步、標定好。④ 新方法先拿真實資料試。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dữ liệu thật đã gán nhãn thì không huấn luyện, không chấm điểm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沒有標好的真實資料，就沒辦法訓練，也沒辦法打分數。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540602" y="365760"/>
            <a:ext cx="2100478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668618" y="384048"/>
            <a:ext cx="19175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đề thi chung của cả khối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全年級考同一份考卷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18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nuScenes thế nào: bốn bước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怎麼用 nuScenes：四個步驟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Đăng ký, tải về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註冊、下載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nuscenes.org, phi thương mại; bản mini ~5 GB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nuscenes.org，非商業授權；mini 版約 5 GB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dữ liệu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讀資料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cụ nuscenes-devkit (Python)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官方工具 nuscenes-devkit（Python）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Học, kiểm tra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訓練、檢查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train để học, phần val để tự kiểm tra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訓練集拿來學，驗證集自己檢查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Chấm điểm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算分數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Chạy trên phần test, nộp kết quả, xem bảng xếp hạng (NDS)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跑測試集、上傳結果、看排行榜（NDS）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Lớp mình: chỉ tải bản mini, tự viết chương trình chiếu điểm lên ảnh, làm thành Bàn quan sát.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我們這門課：只下載 mini 版，自己寫程式把點投到照片上，做成觀察台。</a:t>
            </a:r>
            <a:endParaRPr lang="en-US" sz="1250" dirty="0"/>
          </a:p>
        </p:txBody>
      </p:sp>
      <p:pic>
        <p:nvPicPr>
          <p:cNvPr id="28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18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資料車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203704" cy="2514600"/>
          </a:xfrm>
          <a:prstGeom prst="roundRect">
            <a:avLst>
              <a:gd name="adj" fmla="val 497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r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39012"/>
            <a:ext cx="2057400" cy="2057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依 nuScenes 標定資料畫（scene-0061）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017520" y="914400"/>
            <a:ext cx="562356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thu dữ liệu: 12 cảm biến, gắn ở đâu, nhìn về đâu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資料車：12 顆感測器，裝在哪、朝哪看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camera phủ quanh 360°, 1 lidar trên nóc, 5 radar (1 trước, 2 góc trước, 2 góc sau). Mỗi cái có tham số ngoài riêng (tiết 2).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6 台相機一圈 360°、車頂 1 顆光達、5 顆雷達（正前 1、前角 2、後角 2）。每一顆都有自己的外參（第二節）。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Lái 15 giờ, 242 km; chọn ra 1000 đoạn 20 giây đáng chú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開了 15 小時、242 公里，從裡面挑出 1000 段值得看的 20 秒。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標註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91769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anno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07008"/>
            <a:ext cx="3771392" cy="21214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771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scene-0061（新加坡）· 官方標註投到照片上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31512" y="914400"/>
            <a:ext cx="390956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Gán nhãn: mỗi 0,5 giây, người vẽ hộp 3D cho từng vật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標註：每 0.5 秒，人工把每個東西畫成立體框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hộp 7 số (vị trí, kích thước, góc) + thuộc tính (đang đi, đứng yên…). 23 loại; cả bộ 40 nghìn khung, 1,4 triệu hộp.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每個框 7 個數字（位置、大小、轉角）＋屬性（在走、停著…）。23 類；整份 4 萬格、140 萬個框。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thực hành: đến lượt các bạn tự gán nhãn.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下週上機：換各位自己標。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80760" y="365760"/>
            <a:ext cx="256032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08776" y="3840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tô màu từng vật trong ảnh lớp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在班級照片上，把每個人圈起來寫名字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18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能直接用在河內嗎？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65760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clas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53338"/>
            <a:ext cx="3511296" cy="202874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511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十段場景，各類被標了幾個框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471416" y="914400"/>
            <a:ext cx="416966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Bộ dữ liệu này dùng thẳng ở Hà Nội được không?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這份資料，能直接用在河內嗎？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Boston 55%, Singapore 45%; mưa 19%, đêm 12%. Bản mini: ô tô 7.619 hộp, xe máy chỉ 471. Chỉ dùng phi thương mại.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波士頓 55%、新加坡 45%；雨天 19%、夜間 12%。mini 版：汽車 7,619 個框，機車只有 471。只能非商業使用。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ghi ở đâu, mô hình quen ở đó: Đài Loan, Việt Nam cần dữ liệu của riêng mình.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資料在哪裡錄，模型就熟悉哪裡：台灣、越南要有自己的資料。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dùng · 觀察台怎麼用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42062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to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52728"/>
            <a:ext cx="4059936" cy="20299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第七週 nuScenes 觀察台（白天場景，雷達點＋物體框＋合起來）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020056" y="914400"/>
            <a:ext cx="362102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cảnh, bật tắt bốn công tắc, đếm bên phải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選場景、開關四個按鈕，再看右邊數一數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«Ghép lại» ghi «là gì · bao xa · nhanh» lên hộp. Bảng thêm cột «Radar: km/h»; ● = trong camera trước.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「合起來」在框上寫「是什麼・多遠・多快」。表格多一欄「雷達：多快」；●＝在前方相機畫面裡。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có mọi vật trong 50 m, kể cả phía sau. Hỏi «trong camera trước» thì chỉ đếm dòng có ●.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表格列出周圍 50 公尺內全部物體，連後面的也算。問「前方相機畫面裡」，只數有 ● 的。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· 任務一　白天（波士頓）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ngày: lidar và radar, ai thấy nhiều hơn?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白天：光達和雷達，誰看到的比較多？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1: trong khung camera trước, điểm lidar gấp khoảng mấy lần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題：前方相機畫面裡，光達點大約是雷達點的幾倍？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2: mở hộp. 4 người đi bộ trong khung, mấy người có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題：打開物體框。畫面裡 4 個行人，有雷達點的有幾個？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3: điểm radar trên ảnh đều ở thấp, không có điểm nào trên cao. Vì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3 題：雷達點在照片上都在很低的地方，沒有一個在高處，為什麼？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cảnh «Ban ngày». Mở lidar và radar trước, rồi mở hộp.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場景選「白天」。先開光達點和雷達點，再打開物體框。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18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· 任務二　停車場的機車（新加坡）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Bãi đỗ xe: radar bắt được xe máy hay ô tô?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停車場：雷達抓得到機車，還是汽車？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4: trong khung có 8 xe máy. Mấy chiếc có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4 題：畫面裡有 8 台機車，有雷達點的有幾台？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5: cùng khung có 4 ô tô. Mấy chiếc có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5 題：同一個畫面有 4 台汽車，有雷達點的有幾台？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«Bãi đỗ xe», mở hộp. Bãi đỗ có rất nhiều xe: chỉ đếm dòng có dấu ●.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場景選「停車場」，打開物體框。停車場的車很多：只數有 ● 的那幾列。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18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· 任務三　夜間（新加坡）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đêm, camera tối đi. Lidar và radar thì sao?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夜間：相機變暗了。光達和雷達呢？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6: ban đêm có bao nhiêu điểm lidar? So với 3.013 ban ngày?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6 題：夜間畫面裡的光達點有幾個？和白天的 3,013 個比呢？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7: xe đen qua ngã tư (khoảng 16 m): bao nhiêu điểm lidar,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7 題：橫越路口的黑色轎車（約 16 公尺），身上幾個光達點、幾個雷達點？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«Ban đêm». Tắt hết các công tắc, chỉ xem ảnh trước; rồi mới mở lidar.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場景選「夜間」。先把所有開關都關掉，只看照片；再打開光達點。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18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4 · 任務四　夜間雨後（新加坡）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Đêm sau mưa: người qua đường cách 10 m. Ai thấy?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夜間雨後：斑馬線上 10 公尺的行人，誰看到他？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8: người trên vạch qua đường (khoảng 10 m): bao nhiêu điểm lidar,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8 題：斑馬線上約 10 公尺的行人，身上幾個光達點、幾個雷達點？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9: người này cần cảm biến nào bù cho radar nhất?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9 題：這個行人，最要靠哪一種感測器來補雷達？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«Đêm sau mưa», mở hộp. Bấm dòng 10,2 m trong bảng để tìm người đó.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場景選「夜間雨後」，打開物體框。點表格 10.2 m 那一列，就找得到他。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18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5 · 任務五　搭檔卡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camera, lidar, radar thành một câu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把相機、光達、雷達說的，拼成一句話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10 («Đêm sau mưa»): ô tô 12,0 m, ghép lại là câu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10 題（夜間雨後）：12.0 m 那台車，拼起來是哪一句？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11: «một ô tô», «12 m», «18 km/h ra xa» — mỗi phần dựa vào ai?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11 題：「一台車」「12 公尺」「時速 18 遠離」，分別最靠誰？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12 («Ban đêm»): xe đen đang chạy, sao radar ghi ≈0?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12 題（夜間）：黑色轎車明明在開，雷達為什麼寫 ≈0？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87705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9" name="Shape 17"/>
          <p:cNvSpPr/>
          <p:nvPr/>
        </p:nvSpPr>
        <p:spPr>
          <a:xfrm>
            <a:off x="667512" y="402336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7512" y="405079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61288" y="392277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13: người đi bộ 10,2 m radar «—», bù thế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13 題：10.2 m 的行人雷達是「—」，要怎麼補？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18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6: điền lại bảng «ai bù cho ai» của tuần 3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任務六：把第三週那張「誰來補」的表再填一次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3017520"/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yếu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弱點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bù?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誰來補？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đó là cái gì (người? thùng rác?)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不知道那是什麼（人？垃圾桶？）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đọc được màu đèn giao thông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讀不出紅綠燈的顏色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lại gần nhanh bao nhiêu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不知道接近得多快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Vùng mù sát cản xe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保險桿前面的近距離盲區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tối, camera nhìn không rõ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天黑，相機看不清楚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mình đang ở đâu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不知道自己在哪裡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(Mới) Radar không đo được độ cao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（今天新加）雷達量不出高度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(Mới) Radar ít bắt được người đi bộ, xe máy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（今天新加）雷達很少抓到行人和機車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18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Nối lại tuần 6 · 新一代雷達補上了高度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70432" y="2245766"/>
            <a:ext cx="255118" cy="255118"/>
          </a:xfrm>
          <a:prstGeom prst="ellipse">
            <a:avLst/>
          </a:prstGeom>
          <a:solidFill>
            <a:srgbClr val="8A5A00"/>
          </a:solidFill>
          <a:ln/>
        </p:spPr>
      </p:sp>
      <p:sp>
        <p:nvSpPr>
          <p:cNvPr id="5" name="Shape 3"/>
          <p:cNvSpPr/>
          <p:nvPr/>
        </p:nvSpPr>
        <p:spPr>
          <a:xfrm>
            <a:off x="1368857" y="1962302"/>
            <a:ext cx="340157" cy="822046"/>
          </a:xfrm>
          <a:prstGeom prst="chevron">
            <a:avLst/>
          </a:prstGeom>
          <a:ln w="31750">
            <a:solidFill>
              <a:srgbClr val="8A5A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52321" y="1848917"/>
            <a:ext cx="368503" cy="1048817"/>
          </a:xfrm>
          <a:prstGeom prst="chevron">
            <a:avLst/>
          </a:prstGeom>
          <a:ln w="31750">
            <a:solidFill>
              <a:srgbClr val="8A5A00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35785" y="1735531"/>
            <a:ext cx="396850" cy="1275588"/>
          </a:xfrm>
          <a:prstGeom prst="chevron">
            <a:avLst/>
          </a:prstGeom>
          <a:ln w="31750">
            <a:solidFill>
              <a:srgbClr val="8A5A00">
                <a:alpha val="5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914400"/>
            <a:ext cx="521208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 trong nuScenes không đo độ cao; đời mới ARS 548 (4D) đo được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的 ARS 408 量不出高度；同一家的新一代 ARS 548（4D）量得出來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408: khoảng cách, tốc độ, góc ngang. ARS 548 thêm số thứ tư: độ cao, chính xác ±0,1°.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408 回報距離、速度、水平角；ARS 548 多第四個數字：高度，準到 ±0.1°。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giỏi hơn vẫn không bỏ được camera: màu đèn, «đó là cái gì» — chỉ camera trả lời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雷達變強了，還是拿不掉相機：燈的顏色、「那是什麼」，只有相機答得出來。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84062" y="365760"/>
            <a:ext cx="2557018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2078" y="384048"/>
            <a:ext cx="2374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bản đồ phẳng thành bản đồ nổi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從平面地圖變成立體地圖</a:t>
            </a:r>
            <a:endParaRPr lang="en-US" sz="950" dirty="0"/>
          </a:p>
        </p:txBody>
      </p:sp>
      <p:pic>
        <p:nvPicPr>
          <p:cNvPr id="14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18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本節小結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khoảnh khắc, ba cảm biến thấy khác nhau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同一個瞬間，三種感測器看到的不一樣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Radar: đo được tốc độ; không có độ cao, ít bắt được người, xe máy.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雷達：量得到速度；量不出高度，抓不太到人和機車。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gấp 60 lần điểm radar, đêm vẫn vậy; nhưng không biết là cái gì.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光達：點是雷達的 60 倍，晚上也一樣；但不知道那是什麼。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Camera: nhận ra là cái gì, đọc màu đèn; nhưng sợ tối. Phải ghép lại.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相機：認得出是什麼、讀得出燈色，但怕暗。所以要合起來。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877056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8 (29/10): máy tính nhận ra xe, người + ôn tập. Tuần 9 (05/11): thi giữa kỳ.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第八週（10/29）：電腦怎麼看見車和人＋期中複習。第九週（11/05）：期中考。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18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2026-10-20T13:50:35Z</dcterms:created>
  <dcterms:modified xsi:type="dcterms:W3CDTF">2026-10-20T13:50:35Z</dcterms:modified>
</cp:coreProperties>
</file>