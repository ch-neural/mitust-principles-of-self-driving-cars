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讓大家知道，每一種感測器都會壞，而且壞的方式不一樣；最怕的是壞了不說。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把前四週串起來：每一種感測器各有長短，今天就從「它們什麼時候輸」接下去。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提出今天要回答的三個問題：在什麼條件下壞、壞成什麼樣子、壞了會不會說。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讓大家分得出三種壞法，並記住第三種「看不到卻說沒事」最危險。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讓大家會讀失效對照表，每一種感測器怕的條件不一樣，沒有一欄全是打勾。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幾週學過的東西，換一個方向排：橫的是八種條件，直的是六種感測器。四個符號寫在最下面：打勾是照常，三角形是變差，叉叉是失靈，橫線是這個條件跟它不相關。我們一列一列看，每一列都問：誰出問題、為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第一列，大雨、濃霧。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戴著沾滿水的眼鏡，鏡頭和擋風玻璃上的水珠把畫面弄糊，霧把光打散，遠處的東西整片變白。光達三角形：雷射打到半空中的雨滴、霧滴，就提早彈回來，點雲上多出一堆雜點，看得到的距離也變短；第五週講的「多次回波」就是為了這個。雷達打勾：第六週講過，四公釐的波長比一公釐的雨滴大，繞得過去。超音波三角形：探頭上的水膜會讓它誤報。衛星定位和 IMU 不受雨霧影響。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第二列，夜間。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相機是三角形：它靠外面的光，天一黑，畫面暗、雜點多，暗處穿黑衣服的人最難看。不過有路燈、有車燈的地方還看得到，所以是三角形不是叉叉。光達、雷達、超音波都是自己發訊號，不需要光；衛星定位和 IMU 也不看光，全部打勾。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第三列，逆光、隧道出口。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從暗的隧道開出去，眼睛一瞬間整片白。第五週講的動態範圍不夠，太亮的地方全白、太暗的地方全黑。光達三角形：強烈的陽光也會被光達收進去，像雜訊，遠處反射弱的點容易掉。雷達、超音波不靠光，打勾；IMU 打勾。衛星定位是橫線，這一列講的是光線，跟它無關；隧道本身放在最後一列。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第四列，黑車、玻璃、鏡面。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相機三角形：黑色的車在暗處看不出輪廓，玻璃上會映出天空和別的車，騙過相機。光達三角形：第五週那顆 OS1，白色的東西量得到一百七十公尺，黑色的只剩九十；玻璃把雷射整束反射走，點雲上破一個洞；鏡面還會造出鬼點。雷達打勾：它看的是金屬，跟顏色無關，金屬車身反射很強。超音波打勾：聲音碰到玻璃一樣會彈回來。衛星定位和 IMU 是橫線。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第五列，靜止物、頭頂的橋。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雷達出問題，三角形：它量不出高度，頭頂的路牌、天橋和路上停著的車，在它眼裡是同一個位置；路邊靜止的東西又太多，軟體常常把靜止的點過濾掉。丟太少，就為了路牌急煞；丟太多，可能把停著的車也丟掉，第二節開場會再講。相機和光達都看得出那是在上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第六列，遠處的行人、機車。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叉叉：人和機車小、又不是金屬，反射很弱；等一下看真的資料，行人在十公尺內也只有兩成多抓得到。光達三角形：點一遠就稀，三十公尺外一台車身上只剩兩個點，一個人更少。相機打勾：只要光線夠，它認得出那是一個人、一台機車，這正是其他感測器做不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第七列，被泥巴、冰雪蓋住。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相機、光達、超音波都是叉叉：就像眼鏡上糊了泥巴，鏡頭、光達的罩子、超音波的探頭被蓋住，訊號出不去也進不來。雷達三角形：薄薄一層泥，電波穿得過；厚的冰雪就會擋住。衛星定位的天線在車頂、IMU 在車子裡面，打勾。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第八列，高樓窄巷、隧道。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這一列換衛星定位叉叉：高樓之間訊號從牆上反射，位置偏好幾十公尺，它自己還不知道；進了隧道，乾脆收不到。IMU 三角形：它本身不會壞，可是衛星斷了，要它一個人撐很久，第六週算過，工業級的也只撐三十四秒，雪山隧道要五百八十秒。相機、光達、雷達、超音波在隧道裡照常工作，打勾；隧道出口那一瞬間的強光，已經算在第三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最後請各位直著看，找一找：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沒有。每一欄都至少有一個叉叉或三角形，而且壞在不同的列：相機怕光線和天氣，光達怕黑色和玻璃，雷達怕靜止物和行人，超音波怕被蓋住，衛星定位怕高樓和隧道，IMU 怕撐太久。剛好互相錯開，這就是為什麼車上要裝好幾種。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讓大家看到，下雨起霧時相機最先吃虧，光達變差但沒有全瞎，雷達幾乎不受影響；原因是波長。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讓大家看到，天黑對相機有影響，對光達沒有，因為光達自己發光。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讓大家用真的資料看到雷達的兩個先天限制：點很少，而且量不出高度。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記住這兩件事：點很少，而且量不出高度。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下一張看這些點都落在哪裡。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讓大家知道，雷達的點大多不在車上，雷達要自己判斷哪些是靜止的、哪些可以不理；判斷不好，就會幽靈煞車，或漏掉停著的車。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這些不在車上的點，大多是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。雷達怎麼知道一個東西是靜止的？它不是看那個東西本身，是拿量到的速度，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扣掉自己的車速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坐在火車上看窗外，路邊的電線桿一根一根往後退。電線桿沒動，是你在動。雷達也一樣：車子會把自己的車速和轉彎的快慢送給雷達，雷達算出「如果那個東西不動，我應該量到多少」，量到的跟它一樣，就判定是靜止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我查了兩格資料。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，車子停在路口等，時速零，靜止的東西量到的速度本來就是零；前雷達一百一十九個點裡，五十三個判定靜止、二十三個「可能是靜止」。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上一張那條路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，車子時速大約四十三公里，靜止的點原始量到的速度中間值是每小時負三十九點九公里，就是朝雷達靠近；照車速和方向，靜止的東西應該量到負三十九點八。兩個幾乎一樣，扣掉以後接近零。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所以雷達每一秒都要決定：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這一堆靜止的點，哪些可以不理。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靜止的東西太多，護欄、桿子、路牌、人孔蓋、天橋，它又量不出高度，頭頂的路牌和路上停著的車長得一樣。丟太少，每一個都煞車，就是幽靈煞車；丟太多，就可能把真的停在路上的車也丟掉，上週講的消防車事故就是這樣。很多跟車、緊急煞車的軟體，對靜止目標特別保守，這是軟體的選擇，規格表上看不到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順便回答一個問題：路邊為什麼不是每一棵樹都有紅圈？雷達每一輪只回報夠強的回波，樹葉反射弱，常常就沒有點。這一張後面還會再用到。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讓大家親眼看到，同一台車，距離一遠，光達打到的點就急速變少。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下一張是一張統計表，先看真的長什麼樣子。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這四台車，都是 nuScenes 裡完整出現在前方相機畫面裡的車。我把每一台裁出來，放大到看起來差不多大，然後只畫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，就是橘色的點。四台的距離，剛好各落在下一張表的一段，點數也都接近那一段的中間值，所以不是我特別挑的例子。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最左邊，十公尺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，四百二十一個點，一條一條的掃描線，把整台廂型車的形狀都描出來了。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十七公尺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，六十四個點。還看得出是一台車，可是掃描線已經稀稀落落。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，十二個點。只剩幾小段。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最右邊，四十一公尺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只剩兩個點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。光達只知道「那裡有東西」，看不出那是車、是箱子，還是一根柱子。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了會掉這麼快？這顆光達有三十二條雷射線，上下兩條之間差一點三三度。在四十一公尺外，兩條線之間就差將近一公尺，可是一台車只有一公尺半高，只有一兩條線碰得到它；左右方向也一樣，一條線上的點一遠就攤開。第三週說「距離兩倍，點數剩四分之一」，那是平均的說法；真的車還要看它多大、朝哪邊、有沒有被別的車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下一張，把十段場景全部算一遍。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讓大家知道，上一張不是特例，整份資料統計都一樣；而且雷達抓得到車，抓不太到人和機車。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讓大家知道，有些表面和地形會讓感測器「看錯」，而且它自己很有把握，這是第二種壞法。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讓大家知道，髒污和遮蔽是最日常的失效，好的車用感測器要能發現自己被蓋住。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讓大家知道，IMU 是慢慢壞、衛星是突然壞，個性相反，所以可以互補。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讓大家知道，雷達看得到人，但抓不穩；原因是人反射弱，橫著走又像靜止的東西。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這是我挑出來、剛好七個人同時都沒有點的一個瞬間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，不是每一刻都這樣。下一張會看這群人前後十五秒的情形。左右兩邊和右下角那幾個紅圈在扇形外面，是車子側面另外兩顆雷達打到的東西，離這群人十五公尺以上。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讓大家知道，上一張是一個極端的瞬間；雷達看人不是完全看不到，是一閃一閃、抓不穩。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上一張那七個人，我把他們前後十五秒，從第十格到第三十九格，一格一格查了一遍。每一橫排是一個人，每一個小格是零點五秒。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綠色是那一刻他身上有雷達點，灰色是零個點，空白是那一刻他不在十五公尺內，或被別的東西擋住。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橘色框那一欄，就是上一張的瞬間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：七格全是灰的，剛好七個人同時都沒有點。可是往左、往右看，到處都有綠格。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橫著讀一排。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，二十八次裡有十九次抓得到，算是常被看到的；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行人七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，二十五次只抓到一次。差這麼多，跟每個人穿什麼、朝哪個方向走、離雷達多遠都有關係：上一張講過，側面對著雷達比正面弱。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加起來：這七個人一共出現一百八十四次，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五十五次有雷達點，大約三成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；而且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七個人都至少被抓到過一次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。可是每一次，身上最多只有一兩個點。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所以比較正確的說法是：雷達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看得到人，但抓不穩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，像接觸不良的燈泡，一閃一閃。要煞車的那一秒剛好是灰格，就來不及了。這也是為什麼下一張要講，新一代雷達怎麼改善，以及為什麼看人一定要跟相機合起來。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讓大家知道，雷達不是不適合看人，是不能單獨看人；新一代雷達有四招改善。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讓大家記住，最危險的是看不到卻說沒事，所以每一顆都要能說「我現在不可靠」；這也引出下一節的融合。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把這一節收成三句話，讓大家帶走。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先看真的：同樣是一台車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một chiếc xe: 10 m có 421 điểm lidar, 41 m chỉ còn 2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同樣是一台車：10 公尺 421 個光達點，41 公尺只剩 2 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 · 421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公尺・421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fa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1645920" cy="1234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60604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9748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7063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m · 64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 公尺・64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far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804209"/>
            <a:ext cx="1645920" cy="12344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9748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70916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0060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7375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 · 12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 公尺・12 點</a:t>
            </a:r>
            <a:endParaRPr lang="en-US" sz="950" dirty="0"/>
          </a:p>
        </p:txBody>
      </p:sp>
      <p:pic>
        <p:nvPicPr>
          <p:cNvPr id="17" name="Image 2" descr="/Users/tsengchenghsun/Class/carClass/Claude outputs/第七週(10-22)/src/img/w7_far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04209"/>
            <a:ext cx="1645920" cy="12344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0060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81228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0372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97687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m · 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41 公尺・2 點</a:t>
            </a:r>
            <a:endParaRPr lang="en-US" sz="950" dirty="0"/>
          </a:p>
        </p:txBody>
      </p:sp>
      <p:pic>
        <p:nvPicPr>
          <p:cNvPr id="22" name="Image 3" descr="/Users/tsengchenghsun/Class/carClass/Claude outputs/第七週(10-22)/src/img/w7_far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04209"/>
            <a:ext cx="1645920" cy="12344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 · CC BY-NC-SA 4.0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502920" y="3495849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559857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Cắt và phóng to cho xe cỡ như nhau; chấm cam = điểm lidar trên thân xe.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每張都裁出來放大到車子差不多大；橘點＝打在車身上的光達點。</a:t>
            </a:r>
            <a:endParaRPr lang="en-US" sz="1200" dirty="0"/>
          </a:p>
        </p:txBody>
      </p:sp>
      <p:pic>
        <p:nvPicPr>
          <p:cNvPr id="27" name="Image 4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同一群人，前後 15 秒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nhóm người, 15 giây: radar lúc có lúc không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同一群人，前後 15 秒：雷達一下有、一下沒有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99928" y="1310492"/>
            <a:ext cx="474414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1368" y="1401932"/>
            <a:ext cx="4561265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64520" y="1429364"/>
            <a:ext cx="441496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ô = 0,5 giây; xanh = có điểm radar trên người đó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每一格＝0.5 秒；綠色＝那個人身上有雷達點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ped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368" y="1804209"/>
            <a:ext cx="4561265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91368" y="3529584"/>
            <a:ext cx="456126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scene-0553（波士頓）官方標註 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lần, 55 lần có điểm (3/10); cả 7 người đều bị bắt ít nhất một lần, mỗi lần chỉ 1–2 điểm.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184 次裡 55 次有雷達點（三成）；7 個人都被抓到過，可是每次只有一兩個點。</a:t>
            </a:r>
            <a:endParaRPr lang="en-US" sz="120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2026-10-20T09:52:52Z</dcterms:created>
  <dcterms:modified xsi:type="dcterms:W3CDTF">2026-10-20T09:52:52Z</dcterms:modified>
</cp:coreProperties>
</file>