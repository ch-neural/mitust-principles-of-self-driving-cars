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另一件事，上週同一張也講過：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靜止的東西常常被丟掉。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右圖路邊有一些紅圈，可是不是每一棵樹、每一根電線桿都有。這些過濾是軟體做的，規格表上看不到。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這一堆點裡，哪些可以不理。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它又量不出高度，頭頂的路牌和路上停著的車，在它眼裡長得一樣。丟太少，就是幽靈煞車；丟太多，就可能把真的停在路上的車也丟掉。這一張後面還會再用到。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17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17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17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17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2026-10-19T06:24:20Z</dcterms:created>
  <dcterms:modified xsi:type="dcterms:W3CDTF">2026-10-19T06:24:20Z</dcterms:modified>
</cp:coreProperties>
</file>