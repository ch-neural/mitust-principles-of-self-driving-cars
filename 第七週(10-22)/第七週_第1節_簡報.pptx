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各位早，第七週。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前面三週，我們把感測器一顆一顆讀完了：第五週光達和相機，第六週雷達、超音波、衛星定位、IMU。每一顆都讀了規格表，也放進情境判斷夠不夠。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上週最後的結論是：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這週要再往前一步。第一節問：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它們什麼時候會壞、怎麼壞、壞了會不會說。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第二節問：既然每一顆都會壞，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。第三節，我們打開一份真的自駕車資料，看同一個瞬間，相機、光達、雷達各看到什麼。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今天的資料不是我畫的，是一家自駕公司公開的真實資料，叫 nuScenes，在新加坡和美國波士頓錄的。它開放給非商業使用，投影片上每一張都註明了出處和授權。裡面的雷達，就是上週各位讀過規格表的那一顆：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Continental ARS 408-21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開始之前，先把前四週的結論，一週一句，串起來。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，我們第一次把六種感測器排在一起，用感測器實驗室玩。結論是：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每一種量的東西不一樣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，不是同一件事誰比較準。量得到距離，不等於知道那是什麼。還有一個數字要記得：距離變兩倍，相機的誤差變四倍，光達打到身上的點剩四分之一。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把感測器裝到會跑的車上，用模擬器。三個滑桿，就是規格表上三行：射線數是解析度、長度是測距、張角是視野。時速五十，射線至少要二十五公尺，不然來不及停。模擬是篩子，通過只是拿到上真車的門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，開始讀真的規格表，相機和光達。看到測距一定要追問：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對多少反射率量的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。同一顆 OS1，白色的東西一百七十公尺，黑色的只有九十。還有：兩顆好的感測器合起來不一定對，差一度，五十公尺外就差將近一公尺。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，上週，雷達、超音波、衛星定位、IMU。大家在作業頁上填了四張小表：雷達、超音波、衛星定位、IMU 各兩顆型號，放進幾個情境，每一格判斷「這顆在這裡夠不夠用」。雷達三個情境、超音波兩個、衛星定位三個、IMU 三個，乘上兩顆，總共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二十二格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。判斷下來：雷達直接量速度，超音波是停車場的王，衛星定位在高樓會偏、在隧道會斷，IMU 會飄。結論是：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沒有一種感測器，五個情境都贏。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四週下來，其實是同一個意思：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每一種感測器，都有它看不到、量不準的時候。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今天就從這裡接下去：它們到底什麼時候輸？輸了，會不會說？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剛剛最後一格：上週作業那四張小表、二十二格「夠不夠」的判斷，結論是沒有一種感測器樣樣都贏。雷達在國道很強，到了一百五十公尺卻分不出車道；超音波只在停車場夠用；衛星定位進了隧道就收不到；IMU 也撐不過隧道。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可是「不夠」有很多種。測距不夠、解析度不夠，那是規格。今天要講的是另一種：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本來夠，但在某些條件下突然不夠了。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下雨、晚上、隧道、被泥巴蓋住。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所以今天問三個問題。第一，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在什麼條件下壞。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壞成什麼樣子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：是什麼都看不到，還是看錯了。第三，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壞了會不會說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：它會不會告訴車上的電腦「我現在不可靠」。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先想一個生活的例子。一個好的駕駛，不是眼睛特別好，是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知道自己什麼時候看不清楚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。下大雨、對面車燈太亮，他會放慢、會多看一眼。自駕車也一樣：每一顆感測器都要知道自己什麼時候不可靠，車子才知道那時候要改聽誰的。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感測器壞掉，大概有三種樣子，愈往右愈危險。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第一種，看不到。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訊號沒了，量不到。最典型的是隧道裡的衛星定位：收不到就是收不到，它自己也知道收不到，會回報「沒有位置」。這種壞法其實最好處理，因為大家都知道它壞了。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有給答案，可是答案是錯的。第六週講過的多路徑：衛星訊號從大樓牆上反射進來，接收機算出一個偏了幾十公尺的位置，而且很有把握。光達的鬼點、雷達的幽靈煞車，也是這一類。幽靈煞車就是前面明明沒有東西，車子卻突然急煞，因為雷達把路邊的牌子、頭頂的橋當成了擋路的東西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第三種，看不到，卻不說。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第六週第二節那顆 HC-SR04：被泥巴蓋住，收不到回音，它就照常回報「前面沒東西」。它不是說「我看不到」，它是說「沒事」。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為什麼第三種最危險？打個比方：汽車的油表。沒油不可怕，油表會亮燈、你會去加油。可怕的是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油表壞了，還一直顯示滿格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，你開到半路才拋錨。感測器也一樣：它說「我看不到」，別的感測器就會來補；它說「沒事」，就沒有人會來補。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今天後面每一個例子，各位都可以問一句：這是第幾種壞法？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把前幾週學過的東西，換一個方向排：橫的是八種條件，直的是六種感測器。四個符號寫在最下面：打勾是照常，三角形是變差，叉叉是失靈，橫線是這個條件跟它不相關。我們一列一列看，每一列都問：誰出問題、為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第一列，大雨、濃霧。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戴著沾滿水的眼鏡，鏡頭和擋風玻璃上的水珠把畫面弄糊，霧把光打散，遠處的東西整片變白。光達三角形：雷射打到半空中的雨滴、霧滴，就提早彈回來，點雲上多出一堆雜點，看得到的距離也變短；第五週講的「多次回波」就是為了這個。雷達打勾：第六週講過，四公釐的波長比一公釐的雨滴大，繞得過去。超音波三角形：探頭上的水膜會讓它誤報。衛星定位和 IMU 不受雨霧影響。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第二列，夜間。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相機是三角形：它靠外面的光，天一黑，畫面暗、雜點多，暗處穿黑衣服的人最難看。不過有路燈、有車燈的地方還看得到，所以是三角形不是叉叉。光達、雷達、超音波都是自己發訊號，不需要光；衛星定位和 IMU 也不看光，全部打勾。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第三列，逆光、隧道出口。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叉叉：就像從暗的隧道開出去，眼睛一瞬間整片白。第五週講的動態範圍不夠，太亮的地方全白、太暗的地方全黑。光達三角形：強烈的陽光也會被光達收進去，像雜訊，遠處反射弱的點容易掉。雷達、超音波不靠光，打勾；IMU 打勾。衛星定位是橫線，這一列講的是光線，跟它無關；隧道本身放在最後一列。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第四列，黑車、玻璃、鏡面。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相機三角形：黑色的車在暗處看不出輪廓，玻璃上會映出天空和別的車，騙過相機。光達三角形：第五週那顆 OS1，白色的東西量得到一百七十公尺，黑色的只剩九十；玻璃把雷射整束反射走，點雲上破一個洞；鏡面還會造出鬼點。雷達打勾：它看的是金屬，跟顏色無關，金屬車身反射很強。超音波打勾：聲音碰到玻璃一樣會彈回來。衛星定位和 IMU 是橫線。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第五列，靜止物、頭頂的橋。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雷達出問題，三角形：它量不出高度，頭頂的路牌、天橋和路上停著的車，在它眼裡是同一個位置；路邊靜止的東西又太多，軟體常常把靜止的點過濾掉。丟太少，就為了路牌急煞；丟太多，可能把停著的車也丟掉，第二節開場會再講。相機和光達都看得出那是在上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第六列，遠處的行人、機車。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叉叉：人和機車小、又不是金屬，反射很弱；等一下看真的資料，行人在十公尺內也只有兩成多抓得到。光達三角形：點一遠就稀，三十公尺外一台車身上只剩兩個點，一個人更少。相機打勾：只要光線夠，它認得出那是一個人、一台機車，這正是其他感測器做不到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第七列，被泥巴、冰雪蓋住。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相機、光達、超音波都是叉叉：就像眼鏡上糊了泥巴，鏡頭、光達的罩子、超音波的探頭被蓋住，訊號出不去也進不來。雷達三角形：薄薄一層泥，電波穿得過；厚的冰雪就會擋住。衛星定位的天線在車頂、IMU 在車子裡面，打勾。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第八列，高樓窄巷、隧道。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這一列換衛星定位叉叉：高樓之間訊號從牆上反射，位置偏好幾十公尺，它自己還不知道；進了隧道，乾脆收不到。IMU 三角形：它本身不會壞，可是衛星斷了，要它一個人撐很久，第六週算過，工業級的也只撐三十四秒，雪山隧道要五百八十秒。相機、光達、雷達、超音波在隧道裡照常工作，打勾；隧道出口那一瞬間的強光，已經算在第三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最後請各位直著看，找一找：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有沒有哪一欄全部是打勾？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沒有。每一欄都至少有一個叉叉或三角形，而且壞在不同的列：相機怕光線和天氣，光達怕黑色和玻璃，雷達怕靜止物和行人，超音波怕被蓋住，衛星定位怕高樓和隧道，IMU 怕撐太久。剛好互相錯開，這就是為什麼車上要裝好幾種。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先講天氣。先看左邊兩張照片。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左邊，雨天從擋風玻璃看出去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，前面那台車只剩一團模糊的影子。車上的相機大多也裝在擋風玻璃後面，下雨的時候，它看到的就是這個樣子，雨刷刷過去的那一下才清楚一點。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右邊，起霧的彎道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，對面來了一台車，只看得到兩盞車燈，車身幾乎整個不見了。人的眼睛是這樣，相機也是這樣。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第六週講過一個規則：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波長比障礙物大，就繞過去；比障礙物小，就被擋住、被打散。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雷達四公釐，雨滴一公釐，繞過去；光達的雷射不到千分之一公釐，碰到雨滴就被打散。相機更直接：它靠的是光線，雨霧把光線打散了，畫面就糊了。就像霧裡看路燈，只剩一團光暈。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看兩支影片。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左邊那支，從 11:18 播到 13:20。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美國一位很有名的工程師 YouTuber，Mark Rober，拿兩台車做測試：一台只靠相機（Tesla，開輔助駕駛），一台裝了光達。路中間站一個小孩的假人。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11:18 霧那一關。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他自己說，用眼睛已經看不到霧後面有小孩，光達那台照樣急煞，假人沒被撞到。換相機那台，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12:11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他說相機那台連煞車都沒踩，直接撞上去。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12:21 雨那一關。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用水車灑出一道很大的水牆。他說相機那台，一開始下雨，小孩就從畫面上不見了。光達那台「直到最後一刻才煞住」，也算過關；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13:15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相機那台沒有停。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這支影片要提醒各位兩件事。第一，它是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公開示範，不是正式的科學實驗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：光達那台車上有人穿著光達廠商 Luminar 的衣服，網路上對測試方法也有很多討論。第二，它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只比相機和光達，沒有測雷達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。所以各位記住的是「霧和雨裡，相機最先吃虧」，不是「光達永遠贏」。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右邊那支，從 0:00 播到 1:00。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這是台灣的路：工研院（ITRI）2021 年 8 月 4 日在新竹台 68 線快速道路上，暴雨中錄下的光達和相機資料。沒有聲音，我邊播邊講。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畫面大的那一塊是光達點雲，從上往下看；右上角的小格是相機。請各位比兩邊：相機那一格，雨刷一直在刷，畫面一片灰綠，前面的車只剩模糊的影子；光達那一塊，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護欄和車道線還是一條一條畫得出來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，只是車子周圍多了一些零散的點，遠處的點也變少了。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所以這一列的結論是：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光達會變差，但不是全瞎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；近的還看得到，遠的先不見。最不受影響的是雷達。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接下來的三張，都是 nuScenes 的真實資料。這是新加坡晚上的一個路口，左邊是車子前方的相機，右邊是同一個瞬間，把光達的點疊上去。顏色代表距離，紅色近、藍色遠。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先看左邊。相機看得清楚的，都是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有光的地方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：路燈照著的路面、紅綠燈、那台黑車自己的車燈。樹叢、建築物之間沒有燈的地方，幾乎一片黑。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再看右邊同一塊。路面上一條一條的點照樣在，樹叢那些暗的地方也打得到。因為光達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，它是自己打雷射出去，不需要路燈。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注意那台正在橫越路口的黑色轎車。第五週講過，黑色的東西反射率低，光達可能吃虧。這台車離我們大約十六公尺，官方標註裡，它身上有七十三個光達點；下一張統計表裡，十到二十公尺的車，中位數是六十五個。所以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在這個距離，黑車沒有比較吃虧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；黑色吃虧的是更遠的時候。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反過來，相機最怕的不只是暗，還有太亮：逆光、隧道出口，第五週講的動態範圍。光達也怕太亮：正午的大太陽對它是背景雜訊，第五週規格表上那個 100 klx 的條件就是這樣來的。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這是新加坡白天的一條路，同一個瞬間。左邊疊光達，右邊疊雷達。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左邊，光達。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一條一條的橫線，就是第五週講的線束：這顆光達有三十二條。前方相機的畫面裡，大約有三千一百個點。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右邊，雷達。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紅圈是雷達點，車頭三顆雷達加起來，大約六十個，比光達少了五十倍。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請各位看紅圈的位置：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全部都在很低的地方。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的紅圈貼著地平線，左邊草地上比較近的紅圈低一點；樹幹底下有紅圈，可是樹冠上、牌子上，一個都沒有。為什麼？我打開資料看，每一個雷達點的「高度」那一欄，數字全部是零：所有的點都被放在雷達自己的高度，離地大約半公尺。路邊的樹、遠處的牌子打回來的點，也都被畫在這個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同一個高度，為什麼在照片上有高有低？跟站在路上看地上的斑馬線一樣：近的在腳下，畫面下方；遠的擠到地平線附近。這是透視，不是雷達量到的高度。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這就是上週講雷達弱點那一張說的「ARS 408 沒有高度」。上週是在規格表上讀到，今天是在真的資料裡看到。它分不出前面那個東西是在路上，還是在頭頂上。所以天橋、高架的路牌，對它來說都跟路上的車在同一個平面。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另一件事，上週同一張也講過：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靜止的東西常常被丟掉。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右圖路邊有一些紅圈，可是不是每一棵樹、每一根電線桿都有。這些過濾是軟體做的，規格表上看不到。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再看一格，波士頓的一個路口。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左邊是相機畫面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，前面有三台車正在過路口。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雷達點這次不畫在相機畫面上。剛剛說過，雷達量不出高度，所有的點都畫在同一個高度，遠處的點擠在地平線附近，會疊在近處的車身上，看起來好像打到車，其實是車子後面更遠的東西。所以改成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，前後距離才分得清楚。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右邊，同一個瞬間，把雷達點畫在地上。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自己的車在最下面中間，綠色的小長方形，車頭朝上；保險桿上的橘色小方塊是前雷達，淡綠色扇形是它水平往前打出去照得到的範圍。灰色的線是光達掃到的牆和路緣，白框是標註的車。雷達點分兩種顏色：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落在車上的畫綠色，不在車上的畫紅色。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綠圈都在白框裡；紅圈有的沿著灰色的牆和路緣排，有的落在一片空地上，光達在那裡什麼都沒掃到，可能是反射造成的假點。扇形外面那些紅圈，是車子側面另外兩顆雷達打到的。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數一下：這一格，前方相機看得到的範圍裡有五十三個雷達點，落在車上的二十二個。這一格算多的。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 mini 版十段場景平均，不到兩成。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就算把車的框放寬到兩公尺，也只有兩成多。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所以雷達每一秒都要做一件事：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這一堆點裡，哪些可以不理。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它又量不出高度，頭頂的路牌和路上停著的車，在它眼裡長得一樣。丟太少，就是幽靈煞車；丟太多，就可能把真的停在路上的車也丟掉。這一張後面還會再用到。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下一張是一張統計表，先看真的長什麼樣子。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這四台車，都是 nuScenes 裡完整出現在前方相機畫面裡的車。我把每一台裁出來，放大到看起來差不多大，然後只畫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打在車身上的光達點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，就是橘色的點。四台的距離，剛好各落在下一張表的一段，點數也都接近那一段的中間值，所以不是我特別挑的例子。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最左邊，十公尺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，四百二十一個點，一條一條的掃描線，把整台廂型車的形狀都描出來了。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十七公尺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，六十四個點。還看得出是一台車，可是掃描線已經稀稀落落。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，十二個點。只剩幾小段。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最右邊，四十一公尺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只剩兩個點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。光達只知道「那裡有東西」，看不出那是車、是箱子，還是一根柱子。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遠了會掉這麼快？這顆光達有三十二條雷射線，上下兩條之間差一點三三度。在四十一公尺外，兩條線之間就差將近一公尺，可是一台車只有一公尺半高，只有一兩條線碰得到它；左右方向也一樣，一條線上的點一遠就攤開。第三週說「距離兩倍，點數剩四分之一」，那是平均的說法；真的車還要看它多大、朝哪邊、有沒有被別的車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下一張，把十段場景全部算一遍。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剛剛看的是一個瞬間。這張表是把 mini 版十段場景全部算一遍。資料集裡，每一台車、每一個人都有人工畫的立體框，官方也算好了框裡有幾個光達點、幾個雷達點。我把它們照距離分四段。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第二欄，車身上的光達點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中位數，就是排在正中間的那個數字。十公尺內五百個，十到二十公尺六十五個，二十到三十公尺十二個，三十公尺以外只剩兩個。第五週講過，光達的點是一個角度一個角度灑出去的，距離愈遠，攤得愈開，打到身上的就愈少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後面三欄，有沒有被雷達抓到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，也就是框裡至少有一個雷達點的比例。車子，十公尺內將近七成，到三十公尺外還有四成多。機車和腳踏車，只有一到兩成。行人，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十公尺內也只有兩成多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，三十公尺外不到一成。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為什麼？雷達的電波打到金屬，回來很強，車子像一面鏡子；人和機車小，又大多不是金屬，回來的很弱，常常在過濾的時候就被當成雜訊丟掉了。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這一格對河內很重要：滿街都是機車和行人，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雷達最不擅長的，剛好是那裡最多的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。所以上週表上的雷達在河內「夠」，講的是測距和解析度；真的上路，還要靠相機和光達來補人和機車。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順便提醒：雷達點是零，不代表一定看不到。有時候是被前面的車擋住了，有時候是過濾掉了。但這麼多筆資料一起看，趨勢很清楚。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接下來不是天氣，是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表面和地形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。這兩個例子前兩週都講過，今天把它們放在一起。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光達怕鏡面和玻璃。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左邊是第五週的動畫，會循環播三格。第五週講過：①玻璃帷幕把雷射整束反射走，回不來，那一塊就破一個洞；②鏡面更麻煩，光被鏡子轉個彎才打到旁邊的車，光達以為東西在鏡子後面，那就是鬼點。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衛星定位怕高樓反射。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第六週：窄巷裡，訊號從牆上反射進來，多走了一段路，接收機以為衛星比較遠，算出來的位置偏掉，而且它自己不知道。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雷達也有同一種毛病，前兩張看過了：量不出高度，頭頂的路牌和路上的車分不出來。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這幾個有一個共同點，請各位想一想是第幾種壞法？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第二種，看錯。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它們都有給答案，而且很有把握，只是答案是錯的。就像看鏡子裡的人，你以為他站在鏡子後面。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這種壞法比看不到還麻煩，因為它不會自己舉手說「我不確定」。要靠別的感測器比對，才發現它錯了。這就是下一節要講的。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再來是最日常的一種：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髒了、被蓋住。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戴眼鏡的就知道：鏡片上一滴雨、一點灰塵，看東西就不清楚。車上的相機、光達、超音波都是車子的眼睛，而且它們裝在車頭、車頂，比眼鏡髒得更快：泥巴、雪、冬天路上灑的鹽、高速公路上撞死的昆蟲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看一支一分半的動畫。這是法國汽車零件廠 Valeo 的宣傳片，它在賣清洗系統，所以最後是廣告。可是前面講的道理是對的。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0:45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停一下：畫面上三副眼鏡，灰塵、冰和鹽、水滴，都會讓感測器看不清楚。後面那段是它的做法：對著鏡頭噴水清洗。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這件事跟第四張的三種壞法有關。第六週那顆 Bosch 超音波，規格表上有一行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Blindness detection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：它會發現自己被蓋住，告訴車子「我現在聽不清楚」，儀表板跳警告。HC-SR04 沒有這一行，被蓋住就照常說「沒事」。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會發現自己被蓋住，就把最危險的第三種壞法，變成最好處理的第一種。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車用和教學用的差別，常常就差在這一行。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最後一種條件是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左邊這張圖第六週第二節看過：橫軸是衛星斷掉以後過了幾秒，縱軸是車子橫向偏了幾公尺。綠色那條是工業級的 IMU，每小時偏八度，時速八十，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就橫向偏零點五公尺，碰到紅線。手機等級的那條，兩秒就出去了。雪山隧道要開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五百八十秒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，撐不住。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這兩種感測器的壞法，個性剛好相反。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IMU 是慢慢壞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：一開始很準，愈久愈歪，像閉著眼睛走路。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衛星是突然壞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：平常好好的，一進隧道，一秒鐘就沒了。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慢慢壞的，配上突然壞的，剛好可以互補：衛星在的時候，幫 IMU 歸零；衛星斷的那幾秒，IMU 先頂上。這就是下一節要講的融合。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這一張回答一個問題：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雷達看不看得到人？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答案是：看得到，可是抓不穩。先看一個它沒抓到的瞬間，再看整份資料。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先看真的資料。波士頓的一個路口，斑馬線上有六個人正在過馬路，離車子八到十公尺，很近。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左邊這張圖是從上往下看，可是要先講清楚：雷達不是從上面往下照。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自己的車在最下面中間，綠色的長方形，車頭朝上。雷達裝在車頭的保險桿上，就是那個橘色的小方塊，離地大約五十公分。電波是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水平往前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打出去的，像拿手電筒往前照，左右張開成一個扇形，就是淡綠色那一塊。上週讀過 ARS 408 的規格：近場正負四十五度內看得到七十公尺，到正負六十度還有二十公尺，扇形就是照這個畫的。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它回報的每一個點，只有兩個數字：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多遠、偏左還是偏右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，沒有高度。所以把它的點畫出來，本來就是一張平面圖，我只是把這張平面圖鋪在地上給大家看。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黃色的小框是行人，離雷達只有五到八公尺，全部在扇形裡面（圖上有七個，其中一個不在相機畫面裡）。電波一定掃過他們，可是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黃框旁邊一個圈都沒有。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再往前看，二十公尺外那兩台車，身上都有綠圈。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車抓得到，人抓不到。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左右兩邊和右下角那幾個紅圈在扇形外面，是車子側面另外兩顆雷達打到的東西，離這群人十五公尺以上。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右邊，光達，同一個瞬間。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每一個人身上都有點，少的七個，多的七十一個。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電波明明掃過去了，為什麼沒有點？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先想一個例子：拿手電筒在黑暗裡照，照到一面鏡子，光整束彈回來，刺眼；照到一件毛衣，光散掉，回來的很少。對雷達來說，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車子是鏡子，人是毛衣。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車子是一大塊金屬，又有很多平面和直角，電波打上去，大部分彈回雷達；人小小的、圓圓的，身體又不是金屬，電波打上去，散到四面八方，回到雷達的很少。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這件事有人量過。Bosch 和德國 Ulm 大學二〇一三年的論文整理：77 GHz 的雷達看一個人，平均反射強度大約負八 dBsm，也就是只像一塊零點一六平方公尺的反射面；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從側面看，還要再弱三倍左右。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過斑馬線的人，正好是側面對著雷達。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回來的太弱，會怎樣？雷達有一個門檻，比門檻弱的回波，它當成雜訊，不報。我把這一格的原始資料打開來看，七個人裡面，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六個連一個原始的點都沒有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，就是被門檻擋掉了。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剩下那一個，正前方九點四公尺、正在橫越的那個人，雷達其實收到了一個回波。可是雷達量速度，量的是「朝我來、還是離我去」的那一段速度，上週講都卜勒的時候講過。這個人橫著走，每秒走一公尺多，朝雷達的那一段速度卻只有每秒零點二公尺，幾乎是零，在雷達眼裡跟停著的東西差不多。ARS 408 把這個點標成「停下來的物體」，nuScenes 預設的過濾規則會把這一類點丟掉，所以圖上也沒有它。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同學可能會覺得：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雷達這麼難看到人？不太可能吧。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這個懷疑很好。答案是：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不是看不到，是看得很不穩。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 mini 版裡，十五公尺內、光達看得到的行人全部算了一遍。八十八個人，跟著每個人走一段，有六十四個，大約七成，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至少被雷達抓到過一次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。可是在任何一個瞬間，抓得到的只有兩到三成；車子在同樣的距離，大約六成。一個人走過去，雷達這一下有、下一下沒有，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像接觸不良的燈泡，一閃一閃的。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為什麼一閃一閃？剛剛那篇論文說：人走路的時候，姿勢、方向、手腳的角度一直在變，所以人的反射強度比車子跳得厲害得多。論文裡還提到一件跟毛衣例子剛好對上的事：穿羊毛衣服的人，反射更弱。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那雷達還能不能用來看行人？下一張講。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不把雷達點畫在相機畫面上？因為雷達量不出高度，所有的點只能畫在同一個高度，遠處的點擠在地平線附近，會疊在近處的人身上，看起來好像打到人，其實是後面幾十公尺的東西。畫在地上，前後距離才分得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剛剛那張看起來，雷達看人好像很差。各位不要因此覺得雷達不適合看人。新一代的雷達，專門為「人」做了好幾件事，第八週會細講，今天先知道有這四招。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第一招，點更多。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就是上週講的 4D 雷達。天線從 408 的二十四個，變成 548 的一百九十二個，角度分得更細，一個人身上能分到好幾個點，不會跟旁邊、後面的東西混在一起；又量得出高度，人是瘦高的，車是矮寬的，多一個分辨的線索。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第二招，看動作。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這張照片，一個正在過馬路的人。一根電線桿，整根都是同一個速度，零。一個人走路，身體往前，手和腳卻一前一後地擺，有的部位快、有的慢、有的往回。雷達量得到這種「同一個東西裡，有好幾種速度，而且有節奏」的特徵，英文叫 micro-Doppler，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微都卜勒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，可以用來分辨行人、腳踏車和桿子。這是雷達研究裡很成熟的方向，不過量產車用到什麼程度，我沒有資料可以講。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第三招，看久一點。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雷達看人一閃一閃。可是雷達每秒更新十幾次，一瞬間只抓到兩三成，一秒鐘裡還是會抓到好幾次。把連續幾次的掃描疊起來一起看，再用追蹤把一閃一閃的點串成一條線，中間的空檔先用預測補，下一節會講。荷蘭一份公開資料集的論文也寫到：加上高度、再把連續幾次掃描疊起來，雷達和光達的差距就縮小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第四招，跟別人一起看。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這是量產車最常見的做法。雷達抓到人的時候，距離和接近的速度量得很準，晚上、下雨也照樣量，這正是相機最弱的地方；它做不到的，是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認出那是一個人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，那要靠相機。所以像 Toyota 的預防碰撞系統，就是相機加毫米波雷達一起看行人。晚上也有人用熱像儀加雷達：人的身體是熱的，在熱像裡特別明顯。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這些新做法有沒有用？剛剛那份荷蘭的資料集，二〇二二年公開，用的是新一代 4D 雷達：車子正前方的行人，大約一半找得到，比我們今天這顆二〇一八年的 ARS 408 好，但行人還是最難找的那一類；加上相機，分數再往上。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雷達不是不適合看人，是不能單獨看人。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最後回到第四張那三種壞法，收在最危險的那一種：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看不到，卻說沒事。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這是剛剛那個路口的照片，斑馬線上的人看得清清楚楚。可是雷達交出去的報告是：前面八到十公尺，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請注意雷達做了什麼：它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沒有說「我看不到」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，它只是什麼都沒報。回波太弱被門檻擋掉也好，被過濾規則丟掉也好，對後面的程式來說，結果都一樣：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沒有點，就是那裡沒有東西。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這種壞法還有三個例子，前兩週和今天都提過。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HC-SR04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被泥巴蓋住，照樣回報「前面沒東西」。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衛星定位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在窄巷裡被反射騙了，偏了幾十公尺，還是很有把握地告訴你一個位置。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把停在路肩的消防車當成路邊的東西丟掉，上週講雷達的時候提過，也就是剛剛第九張說的「丟太多」；相機剛好也沒認出那是一台車，兩顆各自都「正常」，合起來就出事了。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這幾個例子，都像那個壞掉卻一直顯示滿格的油表。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所以今天的結論是：每一顆感測器，不只要量得準，還要能說一句「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」。它一說，車子就知道那幾秒要改聽別人的。剛剛那六個人，雷達說不出來，就要靠光達和相機來補。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那「改聽別人的」要怎麼做？兩顆說的不一樣，要聽誰的？這就是下一節：融合。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第一句，三種壞法。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看不到、看錯、看不到卻不說。第三種最危險，像壞掉還顯示滿格的油表。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第二句，失效對照表沒有一欄全是勾。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下雨害相機，遠處的人和機車害雷達，隧道害衛星定位。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第三句，今天第一次看真的資料。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雷達的點全部在同一個高度；行人看得到，可是抓不穩，一瞬間只有兩三成抓得到，要靠相機一起看；光達三十公尺外，一台車身上只剩兩個點。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下課十分鐘。下一節：每一顆都會壞，那要怎麼合起來？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QJL3htsDyQ" TargetMode="External"/><Relationship Id="rId3" Type="http://schemas.openxmlformats.org/officeDocument/2006/relationships/hyperlink" Target="https://youtu.be/zTLa0CFpyXY" TargetMode="External"/><Relationship Id="rId1" Type="http://schemas.openxmlformats.org/officeDocument/2006/relationships/image" Target="../media/image-6-1.jpg"/><Relationship Id="rId4" Type="http://schemas.openxmlformats.org/officeDocument/2006/relationships/image" Target="../media/image-6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gif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vhjFmzcD-iQ" TargetMode="Externa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Cảm biến (3): khi nào cảm biến hỏng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感測器（三）：感測器什麼時候壞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nào hỏng, hỏng theo kiểu nào, và hỏng rồi có tự báo không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什麼時候壞、怎麼壞、壞了會不會說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1 節　2026/10/22（四）09:10–10:00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 trước, mỗi tuần một câu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前四週，每週一句話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· 6 loại cảm biến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第三週・六種感測器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loại đo một thứ khác; đo được khoảng cách ≠ biết là gì.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量的東西不一樣；量得到距離≠知道是什麼。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4 · mô phỏng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第四週・模擬器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= ba thông số; 50 km/h phải thấy ≥ 25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三個滑桿＝三個規格；時速 50 至少看 25 公尺。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 · camera, lidar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第五週・相機、光達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phải hỏi độ phản xạ; lệch 1°, ở 50 m lệch gần 1 m.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測距要問反射率；差 1 度，50 公尺外差近 1 公尺。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 · thêm 4 loại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第六週・雷達等四種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bảng nhỏ, 22 ô «đủ hay không»: không loại nào thắng cả năm tình huống.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四張小表 22 格「夠不夠」：沒有一種五個情境都贏。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tuần, một ý: mỗi cảm biến đều có lúc không thấy, đo không chuẩn. Hôm nay: khi nào, và nó có nói ra không.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四週下來一個意思：每一種感測器都有看不到、量不準的時候。今天問：什麼時候，會不會說。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18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從上週接下來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792224"/>
            <a:ext cx="1303934" cy="1133856"/>
          </a:xfrm>
          <a:prstGeom prst="triangle">
            <a:avLst/>
          </a:prstGeom>
          <a:solidFill>
            <a:srgbClr val="8A5A00"/>
          </a:solidFill>
          <a:ln/>
        </p:spPr>
      </p:sp>
      <p:sp>
        <p:nvSpPr>
          <p:cNvPr id="5" name="Shape 3"/>
          <p:cNvSpPr/>
          <p:nvPr/>
        </p:nvSpPr>
        <p:spPr>
          <a:xfrm>
            <a:off x="1680667" y="2189074"/>
            <a:ext cx="113386" cy="36850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666494" y="2642616"/>
            <a:ext cx="141732" cy="1417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429000" y="914400"/>
            <a:ext cx="5212080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không cảm biến nào thắng cả năm tình huống. Hôm nay: chúng thua khi nào, và thua rồi có nói ra không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上週：沒有一種感測器五個情境都贏。今天：它們什麼時候輸，輸了會不會說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hỏi: hỏng trong điều kiện nào? Hỏng theo kiểu nào? Hỏng rồi có tự báo cho cảm biến khác biết không?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三個問題：在什麼條件下壞？壞成什麼樣子？壞了，會不會讓別的感測器知道？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Biết lúc nào nó hỏng thì mới biết lúc đó phải tin cái nào khác.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知道它什麼時候壞，才知道那時候要改聽誰的。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285118" y="365760"/>
            <a:ext cx="335596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13134" y="384048"/>
            <a:ext cx="31730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lái giỏi biết lúc nào mình không thấy rõ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好駕駛知道自己什麼時候看不清楚</a:t>
            </a:r>
            <a:endParaRPr lang="en-US" sz="9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18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 — càng về sau càng nguy hiểm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三種壞法——愈往右愈危險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Mất tín hiệu, không đo được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GNSS trong hầm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訊號沒了、量不到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例：隧道裡的衛星定位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sai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trả lời, nhưng sai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đa đường, điểm ma, phanh ma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有答案，但答案是錯的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例：多路徑、鬼點、幽靈煞車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thấy mà không nói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看不到，卻不說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báo «không có gì»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HC-SR04 bị bùn che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照常回報「沒事」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例：被泥巴蓋住的 HC-SR04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Kiểu 3 nguy hiểm nhất: cảm biến khác không biết là phải bù.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第三種最危險：別的感測器不知道要來補。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18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55243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94590" y="257252"/>
            <a:ext cx="7154819" cy="739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3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hỏng: sáu cảm biến × tám điều kiện</a:t>
            </a:r>
            <a:endParaRPr lang="en-US" sz="19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失效對照表：六種感測器 × 八種條件</a:t>
            </a:r>
            <a:endParaRPr lang="en-US" sz="193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94590" y="996851"/>
          <a:ext cx="7154819" cy="803912"/>
        </p:xfrm>
        <a:graphic>
          <a:graphicData uri="http://schemas.openxmlformats.org/drawingml/2006/table">
            <a:tbl>
              <a:tblPr/>
              <a:tblGrid>
                <a:gridCol w="2492128"/>
                <a:gridCol w="763717"/>
                <a:gridCol w="763717"/>
                <a:gridCol w="763717"/>
                <a:gridCol w="763717"/>
                <a:gridCol w="763717"/>
                <a:gridCol w="763717"/>
              </a:tblGrid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Điều kiện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條件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IMU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to, sương mù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大雨、濃霧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 đêm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夜間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Ngược sáng, cửa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逆光、隧道出口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đen, kính, gương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黑車、玻璃、鏡面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Vật đứng yên, cầu trên đầu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靜止物、頭頂的橋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bộ, xe máy ở xa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遠處的行人、機車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Bị bùn, băng tuyết che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被泥巴、冰雪蓋住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1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Phố hẹp nhà cao; đường hầm</a:t>
                      </a:r>
                      <a:endParaRPr lang="en-US" sz="1060" dirty="0"/>
                    </a:p>
                    <a:p>
                      <a:pPr algn="l" indent="0" marL="0">
                        <a:buNone/>
                      </a:pPr>
                      <a:r>
                        <a:rPr lang="en-US" sz="7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高樓窄巷；隧道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✓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✗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4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▲</a:t>
                      </a:r>
                      <a:endParaRPr lang="en-US" sz="106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94590" y="4227194"/>
            <a:ext cx="7154819" cy="401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6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bình thường　▲ kém đi　✗ hỏng　— không liên quan. Không có cột nào toàn ✓.</a:t>
            </a:r>
            <a:endParaRPr lang="en-US" sz="106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照常　▲ 變差　✗ 失靈　— 不相關。沒有一欄全是 ✓。</a:t>
            </a:r>
            <a:endParaRPr lang="en-US" sz="106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48908" y="112548"/>
            <a:ext cx="723521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18</a:t>
            </a:r>
            <a:endParaRPr lang="en-US" sz="790" dirty="0"/>
          </a:p>
        </p:txBody>
      </p:sp>
      <p:sp>
        <p:nvSpPr>
          <p:cNvPr id="8" name="Text 3"/>
          <p:cNvSpPr txBox="1"/>
          <p:nvPr/>
        </p:nvSpPr>
        <p:spPr>
          <a:xfrm>
            <a:off x="1396547" y="112548"/>
            <a:ext cx="1768607" cy="225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7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tiết · 下雨、起霧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4400"/>
            <a:ext cx="3731118" cy="2157984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rainf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14622"/>
            <a:ext cx="3584814" cy="17746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2852928"/>
            <a:ext cx="358481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左：NPS（公有領域）　右：L. S. Micheler, CC BY-SA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544934" y="914400"/>
            <a:ext cx="4096146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Mưa, sương: camera nhìn không rõ trước tiên; lidar ngắn lại, thêm điểm nhiễu; radar gần như không sao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下雨、起霧：相機最先看不清；光達變短、多雜點；雷達幾乎不受影響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sóng lớn hơn giọt nước thì vòng qua (radar 4 mm); nhỏ hơn thì bị tán xạ (lidar).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波長比水滴大的繞過去（雷達 4 公釐），比水滴小的被打散（光達）。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39496" y="317296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20040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12724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camera vs lidar trong sương và mưa　18:54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影片：霧與雨中的相機和光達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youtu.be/IQJL3htsDyQ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39496" y="3538728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39496" y="3566160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832104" y="3493008"/>
            <a:ext cx="34019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mưa lớn trên đường 68, Tân Trúc (ITRI)　6:22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影片：工研院・台 68 線暴雨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youtu.be/zTLa0CFpyXY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kém đi nhưng không mù hẳn: vật gần vẫn thấy, vật xa mất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光達會變差，但不是全瞎：近的還看得到，遠的先不見。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 trong sương mù, đèn đường chỉ còn một quầng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霧裡看路燈，只剩一團光暈</a:t>
            </a:r>
            <a:endParaRPr lang="en-US" sz="950" dirty="0"/>
          </a:p>
        </p:txBody>
      </p:sp>
      <p:pic>
        <p:nvPicPr>
          <p:cNvPr id="18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18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夜間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đêm: camera dựa vào đèn đường, đèn xe; lidar tự mang nguồn sáng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夜裡：相機靠路燈和車燈，光達自己帶光源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217138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8578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81730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trước · ban đêm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前方相機・夜間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nigh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578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08578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khung, thêm điểm lidar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同一格，疊上光達點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nigh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034822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顏色＝距離：紅近、藍遠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lại, nắng gắt giữa trưa là nhiễu nền của lidar (tuần 5: 100 klx).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反過來，正午的大太陽是光達的背景雜訊（第五週那個 100 klx）。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雷達的兩個弱點，真的長這樣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83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khoảnh khắc: radar ít điểm, và mọi điểm cùng một độ cao — nó không đo được độ cao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同一個瞬間：雷達點很少，而且全部在同一個高度——它量不出高度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9787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8931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86246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khoảng 3.100 điểm trong khung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光達：畫面裡約 3,100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day_lid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9310" y="2074621"/>
            <a:ext cx="2554090" cy="14366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78931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scene-0796（新加坡）·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580904"/>
            <a:ext cx="2736970" cy="2241288"/>
          </a:xfrm>
          <a:prstGeom prst="roundRect">
            <a:avLst>
              <a:gd name="adj" fmla="val 408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672344"/>
            <a:ext cx="255409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699776"/>
            <a:ext cx="240778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(3 cái phía trước): khoảng 60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雷達（前方三顆）：約 60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day_ra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4621"/>
            <a:ext cx="2554090" cy="143667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255409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ARS 408-21 · 預設過濾後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Cột độ cao của mọi điểm radar đều bằng 0: chính là dòng «không có độ cao» của ARS 408 tuần trước.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雷達每一點的高度欄都是 0：這就是上週 ARS 408 那一行「沒有高度」。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雷達的點，大多不在車上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lớn điểm radar không nằm trên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雷達的點，大多不在車上：牆、路緣、桿子，還有空地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4981651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4798771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4652467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cùng khoảnh khắc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同一瞬間的相機畫面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lutter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4798771" cy="161958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442082"/>
            <a:ext cx="47987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scene-0757（波士頓）·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758891" y="1310492"/>
            <a:ext cx="2882189" cy="2424198"/>
          </a:xfrm>
          <a:prstGeom prst="roundRect">
            <a:avLst>
              <a:gd name="adj" fmla="val 377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850331" y="1401932"/>
            <a:ext cx="2699309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23483" y="1429364"/>
            <a:ext cx="2553005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trên: xanh trên xe, đỏ thì không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鳥瞰：綠圈在車上，紅圈不在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lutter_bev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0331" y="1804209"/>
            <a:ext cx="2699309" cy="161958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850331" y="3442082"/>
            <a:ext cx="26993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扇形＝前雷達的範圍 · 灰色是光達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880994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4500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bản mini: chưa tới 2/10 điểm radar nằm trên xe hoặc người.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整個 mini 版：不到兩成的雷達點落在車或人身上。剩下的，要自己決定理不理。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18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· 先看真的：同樣是一台車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một chiếc xe: 10 m có 421 điểm lidar, 41 m chỉ còn 2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同樣是一台車：10 公尺 421 個光達點，41 公尺只剩 2 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 · 421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公尺・421 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far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1645920" cy="1234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9436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60604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69748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77063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m · 64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17 公尺・64 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far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804209"/>
            <a:ext cx="1645920" cy="12344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69748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70916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80060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487375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m · 12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24 公尺・12 點</a:t>
            </a:r>
            <a:endParaRPr lang="en-US" sz="950" dirty="0"/>
          </a:p>
        </p:txBody>
      </p:sp>
      <p:pic>
        <p:nvPicPr>
          <p:cNvPr id="17" name="Image 2" descr="/Users/tsengchenghsun/Class/carClass/Claude outputs/第七週(10-22)/src/img/w7_far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1804209"/>
            <a:ext cx="1645920" cy="12344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80060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scene-0103（波士頓）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812280" y="1310492"/>
            <a:ext cx="1828800" cy="203905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903720" y="1401932"/>
            <a:ext cx="1645920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976872" y="1429364"/>
            <a:ext cx="1499616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m · 2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41 公尺・2 點</a:t>
            </a:r>
            <a:endParaRPr lang="en-US" sz="950" dirty="0"/>
          </a:p>
        </p:txBody>
      </p:sp>
      <p:pic>
        <p:nvPicPr>
          <p:cNvPr id="22" name="Image 3" descr="/Users/tsengchenghsun/Class/carClass/Claude outputs/第七週(10-22)/src/img/w7_far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1804209"/>
            <a:ext cx="1645920" cy="12344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903720" y="3056937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scene-0103 · CC BY-NC-SA 4.0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502920" y="3495849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85800" y="3559857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Cắt và phóng to cho xe cỡ như nhau; chấm cam = điểm lidar trên thân xe.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每張都裁出來放大到車子差不多大；橘點＝打在車身上的光達點。</a:t>
            </a:r>
            <a:endParaRPr lang="en-US" sz="1200" dirty="0"/>
          </a:p>
        </p:txBody>
      </p:sp>
      <p:pic>
        <p:nvPicPr>
          <p:cNvPr id="27" name="Image 4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18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064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6657" y="279395"/>
            <a:ext cx="7770687" cy="8032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ít điểm: thống kê 10 cảnh của nuScenes</a:t>
            </a:r>
            <a:endParaRPr lang="en-US" sz="21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9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距離一遠，點就少了：nuScenes 十段場景的統計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686657" y="1082657"/>
            <a:ext cx="7770687" cy="68102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6354" y="1152506"/>
            <a:ext cx="7491291" cy="541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Nhãn chính thức ghi mỗi khung vật có bao nhiêu điểm lidar, bao nhiêu điểm radar. Thống kê toàn bộ 10 cảnh của bản mini, khoảng 1 vạn nhãn.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官方標註裡，每個物體的框內有幾個光達點、幾個雷達點。統計 mini 版全部 10 段場景，約一萬個標註。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6657" y="1868457"/>
          <a:ext cx="7770687" cy="873111"/>
        </p:xfrm>
        <a:graphic>
          <a:graphicData uri="http://schemas.openxmlformats.org/drawingml/2006/table">
            <a:tbl>
              <a:tblPr/>
              <a:tblGrid>
                <a:gridCol w="1309666"/>
                <a:gridCol w="1702566"/>
                <a:gridCol w="1440633"/>
                <a:gridCol w="1702566"/>
                <a:gridCol w="1527944"/>
              </a:tblGrid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Khoảng cách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距離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điểm lidar (trung vị)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車：光達點（中位數）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Ô tô: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máy, xe đạp: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機車腳踏車：有雷達點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bộ: có điểm radar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行人：有雷達點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0–10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0–10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501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10–20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10–20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20–30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20–30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92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30–50 m</a:t>
                      </a:r>
                      <a:endParaRPr lang="en-US" sz="1150" dirty="0"/>
                    </a:p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30–50 m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15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86657" y="4192595"/>
            <a:ext cx="7770687" cy="436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càng xa càng thưa; radar bắt được ô tô nhưng ít khi bắt được người và xe máy — chúng nhỏ, lại không phải kim loại.</a:t>
            </a:r>
            <a:endParaRPr lang="en-US" sz="11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光達一遠就稀；雷達抓得到車，抓不太到人和機車——它們小，又不是金屬。</a:t>
            </a:r>
            <a:endParaRPr lang="en-US" sz="1150" dirty="0"/>
          </a:p>
        </p:txBody>
      </p:sp>
      <p:pic>
        <p:nvPicPr>
          <p:cNvPr id="8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11219" y="122236"/>
            <a:ext cx="785800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18</a:t>
            </a:r>
            <a:endParaRPr lang="en-US" sz="860" dirty="0"/>
          </a:p>
        </p:txBody>
      </p:sp>
      <p:sp>
        <p:nvSpPr>
          <p:cNvPr id="10" name="Text 5"/>
          <p:cNvSpPr txBox="1"/>
          <p:nvPr/>
        </p:nvSpPr>
        <p:spPr>
          <a:xfrm>
            <a:off x="1123212" y="122236"/>
            <a:ext cx="1920844" cy="2444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· 會騙人的表面和地形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5_s12_mirro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示意動畫：第五週第二節（課程自製）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Bề mặt và địa hình đánh lừa: lidar sợ gương, kính; GNSS sợ nhà cao phản xạ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會騙人的表面和地形：光達怕鏡面玻璃，衛星定位怕高樓反射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kính hắt tia đi, gương tạo điểm ma (tuần 5). GNSS: tín hiệu dội tường, lệch vài chục mét mà không biết (tuần 6).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光達：玻璃把光反射走，鏡面造出鬼點（第五週）。衛星定位：訊號從牆上反射，偏幾十公尺還不自知（第六週）。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Cả hai đều là kiểu 2: có trả lời, nhưng sai — và rất tự tin.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兩個都是第二種壞法：有答案，但是錯的，而且很有把握。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228050" y="365760"/>
            <a:ext cx="341303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356066" y="384048"/>
            <a:ext cx="32301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người trong gương, tưởng họ đứng sau gương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看鏡子裡的人，以為他在鏡子後面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che, bị bẩn · 被蓋住、弄髒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3726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1F6F5C">
              <a:alpha val="2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85393" y="1882750"/>
            <a:ext cx="1303934" cy="623621"/>
          </a:xfrm>
          <a:prstGeom prst="ellipse">
            <a:avLst/>
          </a:prstGeom>
          <a:solidFill>
            <a:srgbClr val="FFFFFF">
              <a:alpha val="0"/>
            </a:srgbClr>
          </a:solidFill>
          <a:ln w="31750">
            <a:solidFill>
              <a:srgbClr val="1F6F5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38935" y="1953616"/>
            <a:ext cx="396850" cy="481889"/>
          </a:xfrm>
          <a:prstGeom prst="ellipse">
            <a:avLst/>
          </a:prstGeom>
          <a:solidFill>
            <a:srgbClr val="1F6F5C"/>
          </a:solidFill>
          <a:ln/>
        </p:spPr>
      </p:sp>
      <p:sp>
        <p:nvSpPr>
          <p:cNvPr id="7" name="Shape 5"/>
          <p:cNvSpPr/>
          <p:nvPr/>
        </p:nvSpPr>
        <p:spPr>
          <a:xfrm>
            <a:off x="1652321" y="2067001"/>
            <a:ext cx="170078" cy="22677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29000" y="914400"/>
            <a:ext cx="52120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Bị bẩn, bị che: mọi cảm biến nhìn ra ngoài đều sợ — loại cho ô tô phải tự phát hiện và tự làm sạch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髒了、被蓋住：每一種往外看的感測器都怕——車用的要會自己發現、自己清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Bùn, tuyết, muối, côn trùng, giọt mưa. Bosch USS có Blindness detection (tuần 6).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泥巴、雪、鹽、昆蟲、雨滴。Bosch 超音波有 Blindness detection（第六週）。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39496" y="355701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39496" y="358444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832104" y="352958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vì sao cảm biến phải được làm sạch (Valeo)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影片：感測器為什麼要清潔（Valeo）　1:29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youtu.be/vhjFmzcD-iQ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mình bị che là biến kiểu 3 thành kiểu 1.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會發現自己被蓋住，就把第三種壞法變成第一種。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825939" y="365760"/>
            <a:ext cx="181514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53955" y="384048"/>
            <a:ext cx="163226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đeo mắt bị bẩn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眼鏡髒了</a:t>
            </a:r>
            <a:endParaRPr lang="en-US" sz="950" dirty="0"/>
          </a:p>
        </p:txBody>
      </p:sp>
      <p:pic>
        <p:nvPicPr>
          <p:cNvPr id="17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18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Thời gian · 撐太久也會壞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6_l2_dri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第六週第二節的圖：時速 80、衛星斷掉後的橫向偏移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dài quá cũng hỏng: IMU trôi dần, GNSS bị mất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撐太久也會壞：IMU 會飄，衛星會斷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công nghiệp 8 °/h ở 80 km/h: 34 s đã lệch 0,5 m. Hầm Tuyết Sơn cần 580 s. Mỗi cái tự nó không đủ; ghép lại mới nối được.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工業級 IMU 8 °/h、時速 80：34 秒就偏 0.5 公尺。雪山隧道要 580 秒。各自都不夠，合起來才接得上。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hỏng từ từ, GNSS hỏng đột ngột — tính cách ngược nhau, nên bù được cho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 慢慢壞，衛星突然壞——個性剛好相反，所以補得起來。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26995" y="365760"/>
            <a:ext cx="261408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155011" y="384048"/>
            <a:ext cx="243120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nhắm mắt đi bộ: càng đi càng lệch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閉著眼睛走路，愈走愈歪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雷達看人：看得到，抓不穩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thấy được người, nhưng không ổn định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雷達看得到人，但抓不穩：人反射弱，又會一閃一閃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1277" y="1310492"/>
            <a:ext cx="3217702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2717" y="1401932"/>
            <a:ext cx="3034822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85869" y="1429364"/>
            <a:ext cx="2888518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Quạt = vùng radar trước: người ở trong, 0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扇形＝前雷達照得到的範圍：行人都在裡面，0 個點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ilent_b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717" y="1804209"/>
            <a:ext cx="3034822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2717" y="3529584"/>
            <a:ext cx="303482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213298" y="1310492"/>
            <a:ext cx="4209425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04738" y="1401932"/>
            <a:ext cx="4026545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77890" y="1429364"/>
            <a:ext cx="3880241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Lidar: người nào cũng có điểm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光達：每個人身上都有點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ilent_lid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738" y="1804209"/>
            <a:ext cx="4026545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04738" y="3529584"/>
            <a:ext cx="402654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框：官方標註，黃框＝框裡雷達點 0 個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 người bị bắt ít nhất một lần, nhưng mỗi lúc chỉ 2–3/10. Dùng được, nhưng không dùng một mình.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七成的人至少被抓到一次，但每一瞬間只有兩到三成。不是不能用，是不能單獨用。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912860" y="365760"/>
            <a:ext cx="272822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040876" y="384048"/>
            <a:ext cx="2545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chiếu gương và chiếu áo len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手電筒照鏡子、照毛衣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18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· 新一代雷達怎麼看人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1796323" cy="2514600"/>
          </a:xfrm>
          <a:prstGeom prst="roundRect">
            <a:avLst>
              <a:gd name="adj" fmla="val 610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walk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55602"/>
            <a:ext cx="1650019" cy="20242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16500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2610139" y="914400"/>
            <a:ext cx="6030941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mới nhìn người: nhiều điểm hơn, xem chuyển động, xem lâu hơn, ghép với camera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新一代雷達怎麼看人：點更多、看動作、看久一點、跟相機一起看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4D: nhiều anten, góc mịn hơn, đo được độ cao. ② Micro-Doppler: tay chân đung đưa. ③ Cộng nhiều lần quét, bám theo. ④ Ghép với camera (hoặc ảnh nhiệt).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4D：天線多、角度細、量得出高度。② 微都卜勒：手腳一前一後擺的速度節奏。③ 好幾次掃描疊起來，再追蹤。④ 跟相機（或熱像）合起來。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phải không hợp để nhìn người — chỉ là không nhìn một mình.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雷達不是不適合看人，是不能單獨看人。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dáng đi: tay chân đung đưa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看一個人走路：手腳一前一後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 · 最危險的那一種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977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silent_c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317860"/>
            <a:ext cx="3831336" cy="1899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831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91456" y="914400"/>
            <a:ext cx="3849624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Nguy hiểm nhất: không thấy mà báo «không sao»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最危險的不是看不到，是看不到卻說沒事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không nói «tôi không thấy», nó báo «không có gì». Cùng kiểu: HC-SR04 bị bùn che, GNSS đa đường, xe cứu hoả đứng yên.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雷達不會說「我看不到」，它說「沒東西」。同一種壞法：HC-SR04 被泥巴蓋住、衛星多路徑、停著的消防車。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vậy mỗi cảm biến phải nói được «lúc này tôi không đáng tin» — đó là tiết sau: hợp nhất.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所以每一顆都要能說「我現在不可靠」——這就是下一節的融合。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798725" y="365760"/>
            <a:ext cx="284235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26741" y="384048"/>
            <a:ext cx="26594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hồ xăng hỏng mà vẫn chỉ đầy bình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油表壞了，還一直顯示滿格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18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kiểu hỏng: không thấy, thấy sai, không thấy mà không nói. Kiểu thứ ba nguy hiểm nhất.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三種壞法：看不到、看錯、看不到卻不說。第三種最危險。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điều kiện hỏng không có cột nào toàn ✓: mưa hại camera, xa và người đi bộ hại radar, hầm hại GNSS.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失效對照表沒有一欄全是 ✓：雨害相機，遠處和行人害雷達，隧道害衛星定位。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Dữ liệu thật (nuScenes): radar không có độ cao, bắt người đi bộ không ổn định; lidar càng xa càng thưa.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真實資料（nuScenes）：雷達沒有高度、抓行人不穩；光達一遠就稀。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18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2026-10-19T14:11:38Z</dcterms:created>
  <dcterms:modified xsi:type="dcterms:W3CDTF">2026-10-19T14:11:38Z</dcterms:modified>
</cp:coreProperties>
</file>