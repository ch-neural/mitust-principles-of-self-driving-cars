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，上週，雷達、超音波、衛星定位、IMU。大家在作業頁上做了二十二格判斷：雷達直接量速度，超音波是停車場的王，衛星定位在高樓會偏、在隧道會斷，IMU 會飄。結論是：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剛剛最後一格：上週二十二格判斷，結論是沒有一種感測器樣樣都贏。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這張表把前三週學過的東西，換一個方向排：橫的是條件，直的是六種感測器。四個符號寫在最下面：打勾是照常，三角形是變差，叉叉是失靈，橫線是不相關。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，大雨、濃霧：相機叉叉，雨刷刷不乾淨、霧裡什麼都糊；光達三角形，測距變短、多出雜點；雷達打勾，第六週講過，四公釐的波長比雨滴大，繞過去了；超音波三角形，水滴黏在探頭上會亂報；衛星定位和 IMU 都不受影響。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直著讀一欄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，衛星定位：前面幾列幾乎都打勾，下雨、晚上都不怕。可是最後一列，高樓窄巷和隧道，叉叉。它的弱點只有一種，但那一種很致命。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有幾格要說明一下。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夜間的相機是三角形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，不是叉叉：有路燈、有車燈的地方還看得到，等一下看真的畫面。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遠處的行人和機車，雷達是叉叉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：這一格是今天才加的，等一下用真的資料給各位看。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被泥巴蓋住，雷達是三角形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：雷達的電波穿得過薄薄一層泥，可是厚的冰雪也會擋。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最後一列的 IMU 是三角形：IMU 本身在隧道裡不會壞，可是衛星斷了，要它一個人撐很久，第六週算過撐不到隧道的盡頭。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最後請各位找一找：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沒有。每一欄都至少有一個叉叉或三角形。這就是為什麼車上要裝好幾種。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另一件事，上週同一張也講過：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靜止的東西常常被丟掉。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右圖路邊有一些紅圈，可是不是每一棵樹、每一根電線桿都有。這些過濾是軟體做的，規格表上看不到。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這一堆點裡，哪些可以不理。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它又量不出高度，頭頂的路牌和路上停著的車，在它眼裡長得一樣。丟太少，就是幽靈煞車；丟太多，就可能把真的停在路上的車也丟掉。這一張後面還會再用到。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ô: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22 格判斷：沒有一種五個情境都贏。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17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17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17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17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17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17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2026-10-19T03:23:27Z</dcterms:created>
  <dcterms:modified xsi:type="dcterms:W3CDTF">2026-10-19T03:23:27Z</dcterms:modified>
</cp:coreProperties>
</file>