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先講問題在哪裡。一張照片是平面的，本身沒有距離這個資訊。照片裡的人，可能是近處的小孩，也可能是遠處的大人，光看大小分不出來。所以相機不能「量」距離，它只能用幾何去「算」。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h，我們的設定是一點五公尺。這個數字是已知的，出廠就量好了。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行人站在地上，他的腳踩在地面的那一點，就是那個紅點，一定落在地平線的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。從相機看向紅點的那條紅線，跟水平虛線之間夾了一個角度，叫做俯角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現在三角形出來了。直的那一邊是高度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tan。有些同學可能忘記了，我用一句話說明：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等於 h 除以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反過來要把 d 算出來。d 現在在分母，所以先把它乘過去，再把 tan α 除過去。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兩邊同乘 d，變成 d 乘以 tan α 等於 h。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兩邊同除以 tan α，就得到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等於 h 除以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這裡很容易寫反成 tan α 除以 h。我教大家一個檢查的方法：把數字代進去，如果算出來是零點零三這種數字，那不可能是距離，一定是寫反了。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今天的學習單和考試都不會要你們算三角函數。我要你們懂的是「角度愈小、距離愈遠」這個關係，不是計算技巧。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α，這是第二條式子。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我們代數字算一次。這台相機水平一千九百二十個像素、水平視野六十度，六十除以一千九百二十，每個像素零點零三一二五度。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這裡我要補一句，不然有人會被繞進去。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俯角是上下的角度，我們數的是往下第幾列，所以真正要用的是垂直方向的每一列幾度。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那為什麼可以拿水平的數字來算？因為感光元件上的像素是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正方形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的，水平一格和垂直一格張開的角度一樣大，所以垂直方向每一列同樣是零點零三一二五度。規格表習慣只寫水平，是因為水平視野才是大家拿來比較的那個數字。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我把這三行寫在白板上，大家用計算機跟著按一次。手機的計算機把螢幕轉成橫的就會出現 tan。按之前請確認它是「DEG」，也就是度的模式，不是 RAD。這是最常出錯的地方，同一個數字按錯模式，答案會差很多。按法是先輸入角度，再按 tan。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如果影像有一點點模糊，電腦把紅點判成第九十一列，少了一列。我們重算：九十一乘零點零三一二五是二點八四四度，一點五除以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差一個像素，距離就差了零點三三公尺。請大家記住這個數字。等一下打開工具，把行人拖到三十公尺，相機那張卡上寫的誤差就是正負零點三三。不是巧合，工具就是這樣算的。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那如果這個人站在六十公尺呢？紅點會更靠近地平線，大約在第四十六列。同樣少算一列，距離會從五十九點八變成六十一點一，差了一點三三公尺，是剛剛的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最後看最下面那句話。這整套算法有一個前提，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開始操作之前，請大家先確認一件事：左邊那一欄的環境要停在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整個第二節都不要去動它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今天我們只改距離和規格，天氣這個變數要先固定住。不然等一下數字掉下來，大家會分不清楚是因為變遠了，還是因為天氣。天氣下一節才開放。這一節所有的數字，都是晴天白天算出來的。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二十公尺，正負零點一五。四十公尺，正負零點五八。六十公尺，正負一點三一。八十公尺，正負二點三三。我把這四個數字寫在白板上。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二十公尺到四十公尺，距離變兩倍，誤差從零點一五變成零點五八，是幾倍？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二十公尺到八十公尺，距離變四倍，零點一五變成二點三三，是幾倍？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大約十六倍，也就是四的平方。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八十公尺的時候，這台相機告訴你的是「那個人在七十七點七到八十二點三公尺之間的某個地方」。要靠這個數字決定要不要煞車，已經很勉強了。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順帶一提，這是用目前主流的兩百萬畫素相機算的。如果換成十年前那種六十四萬畫素的，八十公尺的誤差會是七公尺，那就完全不能用了。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所以自駕車為什麼要裝光達？下一頁我們就去看光達在同樣的距離表現怎麼樣。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件事：像素那條滑桿只停在真的買得到的規格上，六百四十、一千二百八十、一千九百二十、兩千八百九十六、三千八百四十，拉不到中間的數字。這是故意的，因為市面上沒有三千六百八十像素的相機。光達的線束數也一樣，只有八、十六、三十二、六十四、一百二十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第一個數字是基準，正負零點三三。大家記住這個數字，接下來四個都跟它比。我把每一個都寫在白板上。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第一次改，像素從一千九百二十加倍到三千八百四十。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誤差從零點三三掉到零點一六，剛好少了一半。這很合理，像素加倍，每一格代表的角度就減半，數得更細。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第二次改，把像素還原，改成把視野從六十度縮到三十度。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大家看白板上這兩個一模一樣的數字。同樣是零點一六，可是這兩件事完全不一樣。我問大家：哪一個要付出代價？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可能會有人說，縮視野會看不到旁邊。對，就是這樣。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加倍像素付的是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——感測器更貴、資料量加倍、電腦要算得更快。縮小視野付的是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——你把左右兩邊各切掉了一半。三十公尺外正前方的行人看得更準，可是路口斜斜衝出來的機車，你根本沒有把他放進畫面裡。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第三次改，高度從一點五加到二點二公尺。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零點二二。有改善，但是沒有前面兩個多。而且這是把相機架到車頂行李架的高度，一般轎車做不到。所以安裝高度是一張很有限的牌。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第四次改，像素降到一千二百八十。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這是反過來看的。如果為了省錢用便宜的鏡頭，三十公尺外的誤差就從三十三公分變成四十九公分。那十六公分，就是你省下來的那一筆錢。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規格表上每一個數字，背後都是一個要付錢、或者要犧牲別的東西的決定。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這一頁回答一個問題，就是同學看到點雲圖一定會問的：點雲看起來密密麻麻，為什麼一個人身上只有十幾點？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近的那個人在十公尺，大家數一數，有八條線穿過他，我在交點上點了紅點。遠的那個人在四十公尺，只剩兩條。距離四倍，穿過的線剩四分之一。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面，相鄰兩條永遠差零點四三度。這個角度不會變，可是射得愈遠，兩條線之間張開的實際距離愈大，就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再看地面。朝下的那幾條線，大多在車子附近就打到地面了，我在落點畫了灰點。這也是為什麼點雲圖裡面，車子周圍那一圈一圈的同心圓特別密——大部分的點其實都花在近處的地面上。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現在看右邊。這兩個框代表同一個人，框一樣大，但是左邊塞滿了點，右邊只有幾顆。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先算十公尺。身高一點七除以零點零七五，得到二十二條線；身寬零點五除以零點零三五，得到十四個點。二十二乘十四，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再算四十公尺。一點七除以零點三，只剩五條線；零點五除以零點一四，只剩三個點。五乘三，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可能會有人問：那為什麼規格書上寫每秒一百萬點？因為那是整個三百六十度加起來的。一圈是一千八百個方位乘上六十四線，十一萬五千點，一秒轉十圈就是一百多萬。可是這一百多萬點是灑給整個世界的，四十公尺外那個人只分到十五點，大約是一圈的萬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所以下次看到漂亮的點雲圖，要記得問一句：這是單一瞬間掃出來的，還是很多張疊起來的？測繪車停在原地掃幾分鐘，當然可以密到像照片一樣。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。規格表上寫 channel，中文叫線，或者叫線束。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者六十四圈，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大家可以用手比比看：手掌打平當成一條掃描線，往上疊幾層。線束愈多，層跟層之間就愈密。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這裡有一個問題大家一定會想到：線束數從頭到尾都是六十四，為什麼十公尺有三百零八個點，四十公尺只剩十五個點？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。六十四條線平均分佈在垂直二十七度裡面，所以相鄰兩條線永遠差零點四三度。這個角度不會變，可是同樣一個角度射出去，愈遠張開的實際距離愈大，就像手電筒的光錐，愈遠愈散。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先看十公尺。一點七除以零點零七五，大約二十二條線掃到他；零點五除以零點零三五，大約十四個點。二十二乘十四，三百零八。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再看四十公尺。一點七除以零點三，只剩五條線；零點五除以零點一四，只剩三個點。五乘三，十五。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我把這兩組乘法並排寫在白板上，這一頁就靠這兩行。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八十公尺的時候，縫已經有六十公分寬，比人還寬，整個人只夾得到兩個點。十六線的縫是六十四線的四倍，所以八十公尺那一格是零——人整個掉進縫裡，一條線都沒有打到。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先看十公尺那一欄。十六線七十點，一百二十八線六百三十點，差九倍。可是老實說七十點已經夠用了，在十公尺，便宜的光達也看得清清楚楚。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現在看八十公尺那一欄。十六線，零點，完全看不到。一百二十八線，五點。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。而遠處那幾個點，決定了這台車能開多快——你要在八十公尺外發現行人，才有餘裕在高速公路上安全地減速。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反過來說，如果這台車只在園區裡面用，時速二十，那十六線就夠了，花錢買一百二十八線是浪費。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ODD：感測器的規格和運行條件是綁在一起的。第三節我們會再回到這件事。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第二位同學。這一輪要動參數，所以先點左邊的「光達」那顆按鈕，把參數展開。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四十公尺的地方，六十四線是十五個點，十六線是三個點，一百二十八線是三十三個點。滑桿下面的提示也會跟著變，六十四線的時候相鄰線束間隔是零點四三度，十六線的時候是一點八度。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光達量距離的方式是算雷射飛出去再回來的時間，那是計時電路的事，單點精度大概正負兩公分，跟你有幾條線完全沒有關係。十六線和一百二十八線打在同一個位置，那一個點回報的距離一樣準。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不過這裡一定會有人舉手問：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問得很好，方向也是對的，只是「準」這個字要分成兩件事來講。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那個東西在哪裡、有多大、輪廓長什麼樣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我舉個例子。四十公尺外，十六線只打到三個點。這三個點告訴你那邊有東西，可是那個東西的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在哪裡？你算不出來。六十四線有十五個點，你就量得出他大概多寬、中心在哪裡。我在白板上畫兩排點，一排三顆、一排十五顆，大家看哪一排圈得出中心和寬度。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還有一點講給程度比較好的同學聽。很多個點確實可以互相平均，把隨機誤差平掉一些，可是這個好處是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線束數買的不是「這個點多遠」，是「那個東西有多大、邊界在哪、往哪動」。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這裡一定會有人想到第一節那句「光達不知道那是什麼」，然後覺得矛盾。這兩句不衝突。點數多給你的是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，多寬、多高、輪廓大概什麼樣、中心在哪。至於「那是一個人」這個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名字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，還是要靠相機給，那就是第一節那張補洞表的分工。真車的做法，是把光達的形狀跟相機的類別配在一起用。至於點雲本身能不能認出類別，那是第四章感知要講的事，今天先不進去。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現在在工具上看得到。光達那張卡寫的是四十點零，正負零點零二；相機那張是正負零點五八；熱像更差。拉線束數的時候，光達那個正負零點零二從頭到尾不會變，因為它是計時電路決定的，跟幾條線無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另外補一個工具的限制：這裡的距離是直接算出來的，沒有加雜訊，所以中間那個數字永遠是四十點零。真的機器每一個點都會在正負兩公分裡面跳動。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大家把這句話記起來，期末專題寫規格的時候會用到。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這一輪反過來走，從遠拉到近。請一位同學上來，慢慢拖，每停一個點就唸一排數字。我在白板上畫一個五欄的表，一邊拖一邊填。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停在三十公尺的時候，相機是正負零點三三、光達二十八個點、雷達三十點零、超音波沒有數字、熱像二十像素。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拖到十公尺，相機變成正負零點零四、光達三百零八個點、雷達十點零、超音波還是沒有、熱像六十二像素。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拖到四公尺，相機正負零點零一、光達一千九百二十五個點、雷達四點零，然後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超音波第一次出現，四點零零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，熱像一百五十三像素。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再往內拖到三點四公尺，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，那張卡變成「落在近距離盲區內」，超音波是三點四零。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最後拖到一公尺，光達還是沒有，超音波一點零零、雷達一點零、熱像五百一十六像素。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好，我問三題。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第一題，三十公尺到四公尺，哪一種一路都沒有數字？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超音波。它在工具裡只到四點五公尺，所以四公尺才第一次亮起來。它不是壞掉，它天生就只管停車的距離。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第二題比較重要。繼續拖，拖到三點五公尺以下，大家看光達那張卡。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光達不見了，變成紅字。這就是我們剛剛那張圖講的盲區：光達裝在車頂，車身周圍三點五公尺以內完全看不到。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。超音波從四點五公尺開始有，光達到三點五公尺才沒有。中間那一公尺，兩個都在。這是設計出來的，不是巧合。如果超音波只到三公尺，那三到三點五公尺這一段，就會是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超音波、雷達、相機、熱像，就是沒有光達。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所以答案是：那顆最貴、點最多、大家最信任的光達，在你腳邊那一圈完全看不到。補上那一圈的，是車上最便宜的超音波，一顆幾百塊。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最後我問全班一句：東西愈靠近車子，是不是愈容易被偵測到？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大部分的人會說是。答案是不一定。遠有遠的問題，點太少；近有近的問題，根本不在視野裡面。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請看圖。兩張圖裡面射線的條數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左邊攤在一百二十度裡面。三個目標——正前方的行人、左邊的車、右邊的車——全部都在視野裡，一個都沒有漏掉。可是大家看那些射線之間的縫有多寬。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右邊集中在三十度裡面。同樣十五條，密了四倍。可是左右兩台車呢？大家看那兩個灰掉、打了叉的圖示。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掉出去了，完全看不到。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面，每一度只分到十六個像素，五十公尺外一個人只佔九個像素。九個像素能看出那是人還是柱子嗎？很勉強。同樣一台相機，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這也是為什麼感測器配置沒有標準答案。每一家對「要在什麼條件下營運」的答案不一樣，配置就不一樣。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講到這裡，剛好可以看一支影片，因為這一節算的東西，正是這一行吵了十年的問題。我們播兩三分鐘就好。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車上只有一種感測器，相機，八顆，車頂前緣、車側、車尾各幾顆，沒有光達。他們的主張是：人類也只用兩隻眼睛就會開車，那電腦為什麼不行？既然相機便宜，就多裝幾顆，把演算法做好。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大家看車頂上有三種不同顏色的圖示，綠色是光達、藍色是相機、橘色是雷達。二十九顆相機、五顆光達、六顆雷達。他們的主張是：相機的距離是「推」出來的，光達是「量」出來的，安全的事情不要用推的。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這兩組數字是各家公開的配置，資料時點寫在下面那一行，二〇二六年九月。特斯拉不同年份的硬體版本配置不太一樣，Waymo 每一代也在變，所以這是一個時間點的快照，不是永遠不變的事實。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相機派的論點是：便宜、解析度高、跟人眼原理一樣，而且路上跑的車多，資料好收集，拿去訓練。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光達派的論點是：距離直接量出來，不用假設地面是平的，也不受光線影響。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答案是兩個都有。光達現在便宜很多了，但還是比相機貴；另一方面，相機的誤差可以靠演算法和多鏡頭改善，不是只能認命。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看完以後回頭看我們剛剛那張表。解析度加倍要花錢，視野收窄要多裝一顆，裝高會多出盲區，沒有一條路是免費的。這一行到現在還沒有共識，不是因為誰笨，是因為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之後，大家會更有感覺。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最後一個參數，跟前面都不一樣。它不是規格，是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先看那條紅線。光達的垂直視野有一個下緣，最低的那一條射線會朝斜下方射出去，打到地面。從車頭到那個落地點之間，就是圖上紅色那一段，光達什麼都看不到。這就是盲區。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盲區不是地上那一條線，是紅線以下的那一整個三角形。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如果把車轉一圈來看，這個三角形其實是繞著車子一圈的，像一條看不見的裙子。工具的俯視畫面上，那個紅色虛線圓圈就是它的邊界。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裝得愈高，最低那一條線就要飛得愈遠才落地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請注意這裡要講精確一點。不是「兩公尺的小孩看不到」，而是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。圖上放兩公尺，只是挑一個具體的位置讓大家看。你把他放在三公尺、一公尺、甚至貼著保險桿，結果都一樣，全部在三角形裡面。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顏色的差別。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那是不是裝車頭比較好？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前車看得更遠。第二，車頭離地面近，往前看的角度很平，遠處的地面糊成一片——就是我們剛剛講相機安裝高度的那個道理，光達也一樣。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那近距離那一圈盲區怎麼辦？答案在圖的最下面：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現場做一次，兩分鐘。請把行人拖到一公尺以內。光達會出現紅字，寫「落在近距離盲區內，三點五公尺」，這時候唯一還讀得出距離的是超音波。接著把「安裝位置」那條滑桿從一改成零，光達就回來了，而且卡片上的盲區數字會從三點五變成零點八，畫面上那個紅色虛線圈也會跟著縮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拖之前先讓大家猜一下：東西離車子愈近，是不是愈容易被偵測到？大部分的人會說是。拖進去就知道不是。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下一節我們要加進最後一個變數，天氣。今天算的所有數字，全部是晴天。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大人二十八個點，小孩十二個點。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機車四十九個點，汽車一百零二個點，公車更多。所以在光達眼裡，車子是很明顯的東西，人是模糊的東西，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熱像也一起唸：大人二十像素、小孩十三像素、汽車十八像素。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第三題，誰最危險？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小孩。而且原因不只是點數少。請大家想一想：感測器的規格、測試的標準、工程師在辦公室裡驗收用的那個假人，大部分是照著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的尺寸訂的。小孩比較矮、比較窄、移動路線比較難預測，而且常常從停放的車子中間突然衝出來，那個位置剛好是遮蔽最嚴重的地方。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這不是工具裡面的數字遊戲，這是真實的行人偵測難題。歐盟的新車安全評鑑這幾年就特別加考「兒童從車陣中衝出」這個情境，就是因為原本的測試抓不到這種狀況。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還有，大家把號誌也拉出來看一下：十二點，而且雷達那張卡寫「未分類障礙物」。號誌桿又細又不反光，對光達來說跟小孩一樣難。所以紅綠燈只能靠相機讀——這件事第一節講過，今天用數字印證了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hàng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每一列幾度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 mỗi hàng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代數字：1920 像素、60° → 每列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819473"/>
          </a:xfrm>
          <a:prstGeom prst="roundRect">
            <a:avLst>
              <a:gd name="adj" fmla="val 8927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673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63057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34905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2026-09-23T02:15:58Z</dcterms:created>
  <dcterms:modified xsi:type="dcterms:W3CDTF">2026-09-23T02:15:58Z</dcterms:modified>
</cp:coreProperties>
</file>