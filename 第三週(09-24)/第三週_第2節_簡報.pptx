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α。國中學過的 tan：tan α 等於對邊除以鄰邊，也就是 h 除以 d。反過來，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等於 h 除以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我們代數字算一次。這台相機水平一千九百二十個像素、視野六十度，六十除以一千九百二十，每個像素是零點零三一二五度。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誤差從零點三三掉到零點一六，剛好砍一半。合理——像素加倍，每一格代表的角度就減半，數得更細。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六十四條線之間的縫，在遠處被撐開了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所以答案是：那顆最貴、點最多、大家最信任的光達，在你腳邊那一圈是瞎的。補上那一圈的，是車上最便宜的超音波——一顆幾百塊。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同一顆光達、同一個小孩、同樣的距離，只因為光達裝高了一公尺，就從看得到變成完全看不到。這是真實世界發生過的事故型態——車子起步輾過蹲在車頭前的小孩，駕駛和感測器都沒看到。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hỏng càng nhanh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愈遠，壞得愈快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44238" y="2307031"/>
            <a:ext cx="230429" cy="230429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566264"/>
            <a:ext cx="307238" cy="345643"/>
          </a:xfrm>
          <a:prstGeom prst="roundRect">
            <a:avLst>
              <a:gd name="adj" fmla="val 89286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480000">
            <a:off x="4625035" y="2902306"/>
            <a:ext cx="86411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480000">
            <a:off x="4807458" y="2902306"/>
            <a:ext cx="86411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điểm ảnh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每像素幾度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0,03125°/px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代數字：每像素 0.03125°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15998" y="2585009"/>
            <a:ext cx="208483" cy="20848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819552"/>
            <a:ext cx="277978" cy="312725"/>
          </a:xfrm>
          <a:prstGeom prst="roundRect">
            <a:avLst>
              <a:gd name="adj" fmla="val 98684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480000">
            <a:off x="1798625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480000">
            <a:off x="1963674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4696358" y="2585009"/>
            <a:ext cx="208483" cy="20848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>
            <a:off x="4661611" y="2819552"/>
            <a:ext cx="277978" cy="312725"/>
          </a:xfrm>
          <a:prstGeom prst="roundRect">
            <a:avLst>
              <a:gd name="adj" fmla="val 98684"/>
            </a:avLst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 rot="480000">
            <a:off x="4678985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 rot="-480000">
            <a:off x="4844034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Shape 35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6" name="Shape 44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7" name="Shape 45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8" name="Shape 46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Text 351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4" name="Text 352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5" name="Shape 353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8" name="Shape 356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Text 369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2" name="Text 370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3" name="Shape 371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4" name="Text 372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7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77" name="Text 37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78" name="Text 37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 40 公尺就被撐開成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24281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點。錢買到的就是遠處那幾個點。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27183" y="1822216"/>
            <a:ext cx="83393" cy="8339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916034"/>
            <a:ext cx="111191" cy="125090"/>
          </a:xfrm>
          <a:prstGeom prst="roundRect">
            <a:avLst>
              <a:gd name="adj" fmla="val 246711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480000">
            <a:off x="242023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480000">
            <a:off x="248625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4" name="Shape 62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Shape 63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6633423" y="1822216"/>
            <a:ext cx="83393" cy="8339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9524" y="1916034"/>
            <a:ext cx="111191" cy="125090"/>
          </a:xfrm>
          <a:prstGeom prst="roundRect">
            <a:avLst>
              <a:gd name="adj" fmla="val 246711"/>
            </a:avLst>
          </a:prstGeom>
          <a:solidFill>
            <a:srgbClr val="007F72"/>
          </a:solidFill>
          <a:ln/>
        </p:spPr>
      </p:sp>
      <p:sp>
        <p:nvSpPr>
          <p:cNvPr id="69" name="Shape 67"/>
          <p:cNvSpPr/>
          <p:nvPr/>
        </p:nvSpPr>
        <p:spPr>
          <a:xfrm rot="480000">
            <a:off x="662647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 rot="-480000">
            <a:off x="669249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2" name="Shape 70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4" name="Shape 72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5" name="Shape 73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" name="Shape 74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792224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1168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58568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58568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59152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26464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19072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76272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2888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3453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16849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3106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69363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2759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0815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19679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1526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38882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2996489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1583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89663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120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4464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2736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2722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04317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88955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3593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152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098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4787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4787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4845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1576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0837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655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60367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8378" y="2288743"/>
            <a:ext cx="120701" cy="120701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424532"/>
            <a:ext cx="160934" cy="181051"/>
          </a:xfrm>
          <a:prstGeom prst="roundRect">
            <a:avLst>
              <a:gd name="adj" fmla="val 170455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480000">
            <a:off x="3468319" y="2600554"/>
            <a:ext cx="45263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480000">
            <a:off x="3563874" y="2600554"/>
            <a:ext cx="45263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2" name="Shape 30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3" name="Shape 31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84618" y="2288743"/>
            <a:ext cx="120701" cy="120701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8" name="Shape 36"/>
          <p:cNvSpPr/>
          <p:nvPr/>
        </p:nvSpPr>
        <p:spPr>
          <a:xfrm>
            <a:off x="7664501" y="2424532"/>
            <a:ext cx="160934" cy="181051"/>
          </a:xfrm>
          <a:prstGeom prst="roundRect">
            <a:avLst>
              <a:gd name="adj" fmla="val 170455"/>
            </a:avLst>
          </a:prstGeom>
          <a:solidFill>
            <a:srgbClr val="D9463E"/>
          </a:solidFill>
          <a:ln/>
        </p:spPr>
      </p:sp>
      <p:sp>
        <p:nvSpPr>
          <p:cNvPr id="39" name="Shape 37"/>
          <p:cNvSpPr/>
          <p:nvPr/>
        </p:nvSpPr>
        <p:spPr>
          <a:xfrm rot="480000">
            <a:off x="7674559" y="2600554"/>
            <a:ext cx="45263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 rot="-480000">
            <a:off x="7770114" y="2600554"/>
            <a:ext cx="45263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4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2026-09-19T15:56:55Z</dcterms:created>
  <dcterms:modified xsi:type="dcterms:W3CDTF">2026-09-19T15:56:55Z</dcterms:modified>
</cp:coreProperties>
</file>