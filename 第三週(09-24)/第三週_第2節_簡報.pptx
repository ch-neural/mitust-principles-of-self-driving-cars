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我們代數字算一次。這台相機水平一千九百二十個像素、視野六十度，六十除以一千九百二十，每個像素是零點零三一二五度。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điểm ảnh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每像素幾度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0,03125°/px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代數字：每像素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4281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2026-09-22T03:38:09Z</dcterms:created>
  <dcterms:modified xsi:type="dcterms:W3CDTF">2026-09-22T03:38:09Z</dcterms:modified>
</cp:coreProperties>
</file>