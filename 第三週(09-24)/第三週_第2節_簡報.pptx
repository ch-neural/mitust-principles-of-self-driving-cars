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＝ h ÷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反過來要把 d 算出來。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現在在分母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，所以先把它乘過去，再把 tan α 除過去：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兩邊同乘 d：d × tan α ＝ h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兩邊同除以 tan 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＝ h ÷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（很容易寫反成 tan α ÷ h。教一個檢查的方法：代數字進去，如果算出來是零點零三這種數字，那不可能是距離，一定是寫反了。）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（計算機操作，請在台上示範一次：手機的計算機把螢幕轉成橫的就會出現 tan。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按之前務必確認是「DEG」（度）模式，不是 RAD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——這是最常出錯的地方，同一個數字按錯模式，答案會差很多。按法是先輸入角度再按 tan。）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今天的學習單和考試都不會要你們算三角函數——我要你們懂的是這個「角度愈小、距離愈遠」的關係，不是計算技巧。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我們代數字算一次。這台相機水平一千九百二十個像素、水平視野六十度，六十除以一千九百二十，每個像素零點零三一二五度。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（這裡要補一句，不然會有同學被繞進去：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俯角是上下的角度，我們數的是「往下第幾列」，所以真正要用的是垂直方向的每一度幾個像素。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那為什麼可以拿水平的數字來算？因為感光元件上的像素是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正方形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的，水平一格和垂直一格張開的角度一樣大，所以垂直方向每一列同樣是零點零三一二五度。規格表習慣只寫水平，是因為水平視野才是大家拿來比較的那個數字。）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（像素那條滑桿只停在真的買得到的規格上：640、1280、1920、2896、3840，拉不到中間的數字。這是故意的——市面上沒有三千六百八十像素的相機。光達的線束數也一樣，只有 8、16、32、64、128。）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誤差從零點三三掉到零點一六，剛好少了一半。合理——像素加倍，每一格代表的角度就減半，數得更細。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那個東西在哪裡、有多大、輪廓長什麼樣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線束數買的不是「這個點多遠」，是「那個東西有多大、邊界在哪、往哪動」。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（這裡一定會有同學想到第一節那句「光達不知道那是什麼」，然後覺得矛盾。先謝謝他問，這兩句不衝突：點數多給你的是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——多寬、多高、輪廓大概什麼樣、中心在哪。至於「那是一個人」這個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名字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，還是要靠相機給，那就是第一節那張補洞表的分工。真車的做法是把光達的形狀跟相機的類別配在一起用。點雲本身能不能認出類別，是第四章感知要講的事，今天先不進去。）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（補一句工具的限制：我們的工具為了教學，距離是直接算出來的，沒有加測距雜訊，所以永遠顯示四十點零。真機每一個點都會有正負兩公分左右的跳動。）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hàng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每一列幾度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 mỗi hàng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代數字：1920 像素、60° → 每列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819473"/>
          </a:xfrm>
          <a:prstGeom prst="roundRect">
            <a:avLst>
              <a:gd name="adj" fmla="val 8927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673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63057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34905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2026-09-22T07:03:13Z</dcterms:created>
  <dcterms:modified xsi:type="dcterms:W3CDTF">2026-09-22T07:03:13Z</dcterms:modified>
</cp:coreProperties>
</file>