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一次只改一個條件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好，看結果。每一張卡上都有一行寫「有效距離」，這一行就是這一節的主角，它會告訴你這個天氣把這顆感測器砍成多少。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一行寫：設定八十公尺，現在二十六公尺。所以四十公尺的行人超出去了，那張卡變紅字。光達那一行寫「一百公尺，目前沒有折損」，點數還是十五個，跟晴天一模一樣。雷達也一樣，兩百五十公尺。熱像反而變好，從一百四十三變成一百五十八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光達呢？還是十五個點，跟晴天一模一樣。雷達也一樣。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最有趣的是熱像，它變好了。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。眼睛本身不會發光，它只是一個接收器。要有光照到東西上，再反彈進你的眼睛，你才看得見。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請看左邊那一欄的圖。光是從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出發的，照到那個人身上，再反彈進相機。大家數數看，這一條路上有三個東西：光源、物體、相機。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原理上就沒有東西可以收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請注意那個箭頭是雙向的，而且左邊那一站不見了，沒有太陽了。為什麼？因為訊號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手電筒是自己帶的，那白天晚上有差嗎？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完全沒有差。等一下大家操作的時候會看到，切到夜間，光達的點數和雷達的距離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最後看右邊那一欄。熱像更特別，它連手電筒都不用帶。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大家看那個人身上那幾圈波紋，因為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。為什麼？白天太陽把柏油路曬到五、六十度，比人還熱，人跟背景的溫度差不多，就分不出來了；晚上路面涼下來，人是整條路上最熱的東西，一下子就跳出來。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現在大家可以回答一個常常被問到的問題：為什麼自駕車不能只裝相機就好？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因為天一黑，相機看得到多遠就不是它自己說了算。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有人一定會問：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特斯拉不是只有相機嗎？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對，Model 3 和 Model Y 就是只有相機，它們晚上照樣在路上跑。這不衝突，因為它們晚上靠的是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大燈就是相機的手電筒。只是這支手電筒跟光達那支不一樣：它不長在感測器身上，是另外一個零件，而且照不遠。近光燈大概照到六十公尺，遠光燈一百公尺出頭，可是對向有車的時候不能開遠光。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六十公尺夠不夠？用第一節那條煞停距離算：時速六十公里要二十八公尺，夠；時速一百公里要七十三公尺，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比大燈照得到的還遠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所以精確的講法不是「天黑就看不到」，是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天黑之後，相機看得到多遠，取決於車子以外的東西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。光達和雷達沒有這個問題，它們的手電筒長在自己身上。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這只是理由之一，還有別的。等一下第五輪大家會看到另一個。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第二位同學。開始之前先確認兩件事：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行人要在四十公尺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，環境按回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這時候光達那張卡應該是十五個點。如果你剛剛重新整理過網頁，行人會退回預設的三十公尺，點數會變成二十八個——那就先把他拖回四十公尺再開始。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確認好了，按濃霧。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看結果。請大家一張一張唸「有效距離」那一行。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先看相機，設定八十、現在十六，所以四十公尺的行人看不到了。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再看光達，設定一百、現在四十五，點數從十五個掉到六個。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熱像是設定一百五十、現在九十，四十公尺的人還是看得到。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雷達是設定兩百五十、現在兩百二十五，照常工作。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這一次跟夜間差在哪裡？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夜間只有相機壞掉，濃霧是相機、光達、熱像三個一起變差。所以濃霧比夜間廣，因為它同時打擊三種。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面懸浮的小水滴。光達打出去的雷射碰到水滴就被散射掉，有一部分還沒到達行人就散掉了，所以有效距離從一百公尺掉到四十五公尺，點數從十五掉到六，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請注意這個差別：光達是「還看得到但是變糊」，相機是「整個看不到」，熱像是「掉了四成但還夠用」。三種變差的程度不一樣。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那誰幾乎沒事？雷達，兩百二十五公尺。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為什麼雷達不怕霧？因為它用的電磁波波長比水滴大很多。波長比障礙物大的時候，波會直接繞過去。這就像海浪碰到一根細竹竿不會被擋住，碰到一堵牆才會。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所以雷達是惡劣天氣裡最可靠的。可是別忘了第一節的結論，它給的東西最少。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請第三位同學上來。行人留在四十公尺，然後照順序按四次。我把四列數字寫在白板上。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晴天的時候，相機是正負零點五八、寫「行人」，光達十五個點，雷達四十點零，熱像十五像素。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按到小雨，相機一樣是正負零點五八，光達剩十三個點，雷達四十點零，熱像十五像素。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按到中雨，相機還是正負零點五八，光達剩九個點，雷達四十點零，熱像十五像素。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按到大雨，相機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整張卡不見了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，光達剩六個點，雷達四十點零，熱像十五像素。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沒有變，一個數字都沒動，一直都是正負零點五八。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決定的，距離的平方乘每一列的角度，再除以安裝高度。下雨不會改變這台相機的像素數，也不會改變它裝多高。所以只要它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。晴天八十公尺，小雨六十四，中雨四十，大雨只剩二十二。我把這四個數字也寫在誤差旁邊。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整張消失，變成紅字「超出有效距離」。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。因為大雨的時候相機只看得到二十二公尺，而我們的行人站在四十公尺，超出去了，就什麼都沒有。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請大家記住這個現象：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感測器失效常常不是慢慢變差，而是到了某一個程度就整個不見。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前一秒還讀得到數字，雨再大一級就什麼都沒有了。這也是為什麼自駕車不能「看狀況還可以就繼續開」，而是要設一條線，過線就交還給人。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時間夠，我們做一個小示範。把環境切回中雨，這時候相機的有效距離剛好是四十公尺，行人就站在邊界上。把行人往外拖一公尺，看它消失；再拖回來，看它出現。就在邊界上跳來跳去。真實的車在雨中也會這樣，目標時有時無，這叫閃爍，是很難處理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雷達，一直是四十點零。它的有效距離從兩百五十掉到兩百，聽起來掉了不少，可是四十公尺遠遠在範圍裡面，所以它完全不受影響。這跟第一節講的一樣，毫米波的波長比雨滴大很多，波會繞過去。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順便看光達的點數：十五、十三、九、六。這個就是慢慢往下掉的，雨每大一點就少一些。因為雨滴會把雷射散射掉一部分，雨愈大散射愈多。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所以同一場雨，對三種感測器做了三件不一樣的事：相機是到了某個程度就整個不見，光達是慢慢變少，雷達幾乎沒有變化。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最後補充一件工具沒有模擬、但是大家騎車一定有經驗的事：下雨的時候，前面的車會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，跟真的障礙物一樣會反射，所以車子可能會「看到」一團根本不存在的東西，然後緊急煞車。這叫做假回報，比看不到還麻煩——看不到至少你知道要小心，假的東西會讓車子做出錯誤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先講一個生活中的經驗。海邊的消波塊，大浪打過來會被擋住；可是如果是很小的漣漪，碰到消波塊會怎樣？會從旁邊繞過去，幾乎沒有影響。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反過來想也一樣。你在水裡插一根很細的竹竿，大浪根本不理它，直接穿過去。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，從左到右愈來愈大，左邊是一微米，也就是一公釐的千分之一，右邊是一公分。請注意這條軸每一格是十倍，不是加十，這樣才畫得下這麼大的範圍。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的波長比霧滴還小。所以霧滴對它們來說就像一整排消波塊，光打出去撞上去就散掉了。這就是為什麼濃霧那一輪，相機從八十公尺掉到十六公尺、光達從一百掉到四十五。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的波長跟霧滴差不多大，所以被擋掉一部分，但是沒有那麼嚴重，從一百四十三掉到九十。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的波長比霧滴大四千倍，比雨滴也還要大。對雷達來說，水滴細得像竹竿，它直接穿過去。所以剛剛那兩輪，雷達那張卡從頭到尾都是四十點零。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我在白板上寫一行：波長大於顆粒，穿過去；波長小於顆粒，被擋住。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這張圖大家只要記住一句話：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看波長跟顆粒誰大誰小。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記住它，因為下一頁我要用它來考大家一題，而且這一題的答案，大家現在就推得出來。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這一輪不一樣。前面四次都是先按再看，這一次我要大家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。請先不要碰滑鼠。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請問，誰大？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差不多，甚至雪花還比較大。前面所有的天氣，雷達幾乎都沒有變化，因為霧滴只有幾微米、雨滴不到兩公釐，都比它的波長小很多。可是雪花不一樣，雪花的大小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已經跟它的波長差不多了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所以照規則推論，下雪的時候雷達會怎樣？會變差。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相機二十公尺、光達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一百六十三公尺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先看雷達，從兩百五十掉到一百六十三。回頭對照白板，大雨是兩百，濃霧是兩百二十五——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下雪是今天讓雷達掉最多的一種天氣。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再看光達，三十五公尺，比大雨的四十還要短。為什麼？兩個原因。第一，雪花又大又不規則，散射比雨嚴重。第二，飄在空中的雪花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，然後一個一個切換環境。晴天、大雨、濃霧，雷達都還讀得到一百八十點零；切到下雪，雷達整張卡變紅字。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在一百八十公尺這個距離，九種條件裡只有下雪會讓雷達讀不到。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。那個效果比較接近「光達罩髒污」那顆按鈕，大家可以兩個一起打開，看數字掉到什麼程度。所以下雪對自駕車是雙重打擊，天上飄的，加上鏡頭上黏的。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這就是為什麼北歐和日本北海道的自駕測試特別難。不是車做得不好，是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台灣和越南平地不下雪，所以大家可能覺得這一格用不到。可是反過來想，如果你們以後做的車要賣到日本或歐洲，這一格就得整個重新驗證。而這正是下一頁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先聲明一件事，表格最下面那一行也寫了：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這些具體數字是課堂模型的設定值，不是任何產品的規格。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真正要記的不是八十或十六這些數字，是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欄跟欄之間的關係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，哪一種掉得快、哪一種幾乎不動。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先看雷達那一欄，從上到下：兩百五十、兩百五十、兩百五十、兩百二十五、兩百、兩百二十五，幾乎沒動。直到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，一百六十三。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可是請大家把第一節那張「每一種的弱點，由哪一種來補」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，這一家的光達和那一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我們先看左邊這兩張圖，心裡先有個底，再看影片。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，只有天氣不同。大雨那張，行人還看得到輪廓，只是雨絲擋在中間。濃霧那張，那個人幾乎被霧蓋住，看不見了。右下角的數字就是我們剛剛量過的：大雨相機只剩二十二公尺，濃霧只剩十六公尺。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接下來介紹這支影片。拍的人叫 Mark Rober，是前 NASA 的工程師，現在是 YouTuber，他的頻道以「用誇張的實驗講科學」出名。影片全長十八分五十四秒。前面九分鐘是他潛進迪士尼樂園、用光達掃描太空山那條全黑的軌道，那一段很好看，可是跟今天無關，我們跳過。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測試從九分六秒開始。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他做的事很簡單：一台只用相機的特斯拉，一台裝了光達的車，兩台都用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，大概六十四公里，衝向同一個小孩假人，看誰會停。一共六項測試。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從九分六秒開始，一路播到最後那面假牆撞上去為止，中間不停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，大概八分鐘。撞完就停，後面是結語跟廣告，不用看。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播之前先交代兩件事。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第一，請每個人在紙上畫兩欄，一欄光達車、一欄特斯拉，六項測試，過的打勾、沒過的打叉。等一下我們一起對答案。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第二，請帶著這個問題看：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如果車子只靠相機，在霧裡和雨裡，它看得到那個小孩嗎？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好，我們開始播。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好，影片就看到這裡。我們先對答案。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光達車六比六，特斯拉三比六。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第一項，小孩假人站在路中間。特斯拉其實偵測到了，可是來不及煞停，撞上去。這裡有一個細節很重要。特斯拉第一次跑的時候用的是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，那個系統假設駕駛人在專心開車，所以它要很確定才會煞，免得亂煞車。後來他改用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重跑一次，這次及時停住了。所以拍片的人自己說「算你平手」，接下來五項全部用 Autopilot。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這一項真正的教訓其實不是感測器，是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。期末專題如果要比較兩台車，設定沒有對齊，比出來的東西沒有意義。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霧那一項，請大家回想剛剛那張波長圖。對得起來嗎？對得起來。霧滴一到五十微米，比相機的波長大，所以擋住相機；也比光達的波長大，所以光達也掉了。可是光達本來有一百公尺，掉到四十五還夠用；相機本來八十，掉到十六就來不及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一項，水一灑下來，特斯拉的畫面上小孩就整個不見了——這正是我們第三輪按到「大雨」時看到的，相機的有效距離掉到二十二公尺。光達車一開始看起來也沒減速，拍片的人還說「光達可能有麻煩」，可是最後還是停住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強光那一項要特別講：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，相機十八公尺」不太一樣，因為表上那個是四十公尺外的目標，影片裡的假人比較近。條件不同，結果就不同，這也是為什麼我一直要大家問「在什麼距離、什麼條件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最後那面假牆，牆上畫的圖案跟前面的路一模一樣。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，因為它量的是距離，不是圖案。可是對只有相機的車來說，畫面上的像素跟真的路長得一樣，它就沒有任何一條線索可以拆穿。相機量到的是角度和亮度，距離是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推算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出來的；圖案騙得過推算，騙不過量測。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FSD、每一項只跑一次、人造的霧和雨跟真實天氣不一樣。後來也真的有人用比較新的相機硬體配比較新的 FSD，去撞同一種假牆，那一次車子停住了。可是那一次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相機硬體和軟體版本是同時換掉的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，所以到底是哪一個幫上忙，一樣分不出來。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我不是要告訴大家誰對誰錯。我要大家看到的是：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這就是我們從第一節講到現在的同一句話：少量的結果不能拿來宣告誰比較安全。要下那種結論，需要幾百萬公里、幾千種條件，而且要有別人能重複驗證。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當成證據，去證明哪一家的技術比較好。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第三位同學。這一輪要看的東西比較細，可是我覺得是今天最重要的。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先回到晴天，把行人拖到二十公尺。相機讀得到，誤差大概正負零點一五，類別寫「行人」。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大家看清楚這一格發生什麼事。距離還在，相機還是說二十公尺左右。可是上面那一行，從「行人」變成「類別未知」。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這就是水滴最麻煩的地方：它不是讓相機完全看不到，是讓它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。它還看得到那裡有一個東西，可是認不出來那是什麼。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現在請全班看其他五張卡。光達說：二十公尺，未分類障礙物。雷達說：二十公尺，未分類障礙物。熱像還認得出人體熱訊號，可是如果今天目標不是人，是一個路障，熱像也沒轍。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所以這裡有一件更麻煩的事：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下不下雨，我們決定不了，那是老天爺的事，只能寫進運行條件。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，這是車子自己的事，取決於有沒有雨刷、清洗噴頭做得好不好、多久洗一次。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一區叫「外部環境」，晴天、夜間、濃霧、大雨，按下去會同時影響好幾種感測器。下面那一區叫「單一感測器故障」，只有兩顆，鏡頭水滴和光達罩髒污，一顆只打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。其他五張本來就不會動，那不是程式壞掉，那正是重點：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光達罩髒污的效果是乘法：有效範圍乘零點六五，點數乘零點三五。如果又碰上下雨，兩個效果加在一起，情況就很嚴重了。大家可以自己按按看。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這兩個數字一定會有同學問是哪裡來的。我老實回答：零點六五和零點三五是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我為了上課設定的數值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，不是量測出來的，也不是哪一家規格書上的數字。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不過有一件事值得講清楚。罩子髒，其實是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兩種不同的機制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同時在作用。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。泥點完全蓋住罩子的某一塊，那個方向的雷射根本射不出去，所以那個方向永遠不會有點，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不管目標站多近都一樣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。這會讓一部分的點直接消失。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。沒有被完全蓋住、只蒙上一層薄灰的地方，雷射還是出得去，可是回波變弱了。遠處的回波本來就弱，再變弱一次就低於偵測的門檻，這會讓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所以「點數變少」和「看不了那麼遠」，是兩種不同的原因造成的，不是同一件事的兩種說法。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那哪一個掉得比較多？取決於髒污是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一塊一塊的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均勻一層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的，沒有通則。我在工具裡把點數設得掉更多，是因為我想讓大家看到「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東西還在，但是只剩幾個點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」那個狀態，那正是最危險的狀態。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世界為什麼沒有通則？因為它取決於髒的是什麼——灰塵、泥、鹽、水膜，還是壓扁的蟲；蓋住多少比例；蓋在雷射出口的正中間還是邊緣；還有那顆光達用的波長。所以規格書上不會寫「髒了剩幾成」，只會寫它有沒有自動清潔或加熱，以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能不能偵測到自己被遮住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順便教大家一個分辨的習慣。今天所有的數字都是課堂模型，晴天八十、濃霧十六，這些具體數值是我設的。可是有些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不是我設的：「起霧的時候，相機看得到的距離比雷達短很多」是波長決定的，「距離兩倍、誤差四倍」是幾何決定的，換成真實的車一樣成立。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這就是大家以後看任何模擬、任何展示都要做的分辨：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哪些是設定，哪些是物理。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剛剛髒污那兩個數字，答案是「都是設定」；濃霧那一整排，答案是「數字是設定，大小關係是物理」。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，不是技術極限。一台每天洗車的自駕計程車，跟一台放在戶外積灰三個月的車，能力差很多。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這件事期末專題可以寫：你的 ODD 裡面，要不要寫「需要每日清潔感測器」？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最後十分鐘，我發學習單下去。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個人作答，不分組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，每個人交一張。上面有九題，除了最後一題以外，每一題都要先在電腦上操作，再把畫面上的數字抄下來。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我先把規則講清楚。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題目怎麼做，紙上都寫了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。例如第一題要你把行人拖到二十公尺、再拖到四十公尺，抄下相機那張卡的正負多少。你只要照著做，數字就在畫面上。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前面八題有標準答案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。抄錯數字就是錯，所以請一題一題慢慢來，不要急。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最後一題是設計題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，要你幫一台市區小巴選三種感測器。那一題沒有標準答案，可是有一個硬性要求：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每一個理由都要引用你前面抄下來的一個數字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。只寫「相機可以看到顏色」不給分，要寫「只有相機讀得出紅綠燈，而且大雨的時候只剩二十二公尺」。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第四，有幾題會叫你改參數，例如把解析度改成三千八百四十、把線束數改成十六。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改完記得改回來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，題目上都有註明，不然下一題的數字會不對。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如果中途被卡住，舉手問我。剩下的時間就開始做，下課前交上來。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寫完的同學可以自己再驗證一次：把每一題重做一遍，看數字是不是一樣。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學習單交上來之前，請確認上面有寫班級和名字。下課。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44091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960000">
            <a:off x="1599926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960000">
            <a:off x="1734342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 rot="300000">
            <a:off x="1642171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1" name="Shape 19"/>
          <p:cNvSpPr/>
          <p:nvPr/>
        </p:nvSpPr>
        <p:spPr>
          <a:xfrm rot="-300000">
            <a:off x="1688257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2" name="Shape 20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4" name="Shape 22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沒有光就沒得看。天一黑就什麼都看不到。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40" name="Shape 38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41" name="Shape 39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4" name="Shape 42"/>
          <p:cNvSpPr/>
          <p:nvPr/>
        </p:nvSpPr>
        <p:spPr>
          <a:xfrm>
            <a:off x="5015179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>
            <a:off x="4992136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 rot="960000">
            <a:off x="4971014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7" name="Shape 45"/>
          <p:cNvSpPr/>
          <p:nvPr/>
        </p:nvSpPr>
        <p:spPr>
          <a:xfrm rot="-960000">
            <a:off x="5105430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8" name="Shape 46"/>
          <p:cNvSpPr/>
          <p:nvPr/>
        </p:nvSpPr>
        <p:spPr>
          <a:xfrm rot="300000">
            <a:off x="5013259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9" name="Shape 47"/>
          <p:cNvSpPr/>
          <p:nvPr/>
        </p:nvSpPr>
        <p:spPr>
          <a:xfrm rot="-300000">
            <a:off x="5059345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50" name="Shape 48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648907" y="232111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625864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 rot="960000">
            <a:off x="6604742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 rot="-960000">
            <a:off x="6739158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 rot="300000">
            <a:off x="6646987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 rot="-300000">
            <a:off x="6693073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75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6" name="Text 7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7" name="Text 7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相機、光達：在霧裡看得最短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這是今天唯一一種，連雷達都會變差的天氣。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Bảy trong chín điều kiện: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九種條件裡挑七種，誰還看得到多遠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 bị ảnh hưởng; LiDAR và radar gần như không đổi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只有相機受影響；光達和雷達幾乎不動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三種的距離一起變短，雷達還剩最多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相機縮得最短；光達少了一半以上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45136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7158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6826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14959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70230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04058" y="1824947"/>
            <a:ext cx="84125" cy="84125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17484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960000">
            <a:off x="3155686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960000">
            <a:off x="3302904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Shape 32"/>
          <p:cNvSpPr/>
          <p:nvPr/>
        </p:nvSpPr>
        <p:spPr>
          <a:xfrm rot="300000">
            <a:off x="3201954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5" name="Shape 33"/>
          <p:cNvSpPr/>
          <p:nvPr/>
        </p:nvSpPr>
        <p:spPr>
          <a:xfrm rot="-300000">
            <a:off x="3252429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1310492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12648" y="221887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" y="2593774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2" name="Shape 40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4" name="Shape 42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204058" y="3163092"/>
            <a:ext cx="84125" cy="84125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>
            <a:off x="3178820" y="3255630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 rot="960000">
            <a:off x="3155686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8" name="Shape 46"/>
          <p:cNvSpPr/>
          <p:nvPr/>
        </p:nvSpPr>
        <p:spPr>
          <a:xfrm rot="-960000">
            <a:off x="3302904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9" name="Shape 47"/>
          <p:cNvSpPr/>
          <p:nvPr/>
        </p:nvSpPr>
        <p:spPr>
          <a:xfrm rot="300000">
            <a:off x="3201954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0" name="Shape 48"/>
          <p:cNvSpPr/>
          <p:nvPr/>
        </p:nvSpPr>
        <p:spPr>
          <a:xfrm rot="-300000">
            <a:off x="3252429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1" name="Shape 49"/>
          <p:cNvSpPr/>
          <p:nvPr/>
        </p:nvSpPr>
        <p:spPr>
          <a:xfrm>
            <a:off x="2298984" y="2630350"/>
            <a:ext cx="2071848" cy="11826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3079882" y="2630350"/>
            <a:ext cx="1290950" cy="1182698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264863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≈18:54</a:t>
            </a:r>
            <a:endParaRPr lang="en-US" sz="900" dirty="0"/>
          </a:p>
        </p:txBody>
      </p:sp>
      <p:sp>
        <p:nvSpPr>
          <p:cNvPr id="60" name="Text 58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Vừa xem vừa ghi 6 bài: xe LiDAR qua chưa, Tesla qua chưa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邊看邊記六項：光達車過了沒、特斯拉過了沒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7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1" name="Text 6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距離還在，但「行人」這個標籤不見了——等於只剩一半的功能。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　(tham số lớp học)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　（課堂設定值）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83664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Phiếu thực hành · 課堂實作學習單（個人）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một tờ. Làm từng câu trên máy, chép con số trên màn hình.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每人一張。照題目在電腦上操作，把畫面上的數字抄下來。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 câu: kéo người đi bộ, đổi tham số, đổi thời tiết, bật hỏng cảm biến.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九題：拖行人、改參數、切天氣、打開單一感測器故障。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đầu có đáp án đúng — chép sai con số là sai. Câu cuối tự thiết kế, nhưng lý do phải dẫn số.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前八題有標準答案，數字抄錯就是錯。最後一題自己設計，但理由一定要帶數字。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cá nhân, không chia nhóm. Nộp trước khi hết giờ.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個人作答，不分組。下課前交回。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xong có thể tự kiểm chứng lại bằng chính công cụ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寫完可以用同一個工具，自己把每個數字再驗證一次。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2026-09-23T15:43:23Z</dcterms:created>
  <dcterms:modified xsi:type="dcterms:W3CDTF">2026-09-23T15:43:23Z</dcterms:modified>
</cp:coreProperties>
</file>