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相機從八十公尺掉到二十六公尺，所以四十公尺的行人變成「超出有效距離」，那張卡是紅字。光達還是一百公尺、十五個點，跟晴天一模一樣。雷達也一樣，兩百五十公尺。熱像從一百四十三變成一百五十八，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看結果。相機掉到十六公尺，四十公尺的行人看不到了。光達從一百公尺掉到四十五公尺，點數從十五掉到六。熱像從一百四十三掉到九十公尺，不過四十公尺的人還是看得到。雷達兩百二十五公尺，照常工作。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晴天：相機正負零點五八、寫「行人」；光達十五個點；雷達四十點零；熱像十五像素。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小雨：相機一樣正負零點五八；光達十三個點；雷達四十點零；熱像十五像素。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中雨：相機還是正負零點五八；光達九個點；雷達四十點零；熱像十五像素。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；光達六個點；雷達四十點零；熱像十五像素。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請大家帶著這個問題看影片：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先介紹這支影片。拍的人叫 Mark Rober，是前 NASA 的工程師，現在是 YouTuber，他的頻道以「用誇張的實驗講科學」出名。這支影片全長十八分半，前面九分鐘是他潛進迪士尼樂園、用光達掃描太空山那條全黑的軌道，那一段很好看，但是跟今天無關，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我們只播兩段，霧那一段和雨那一段，大概兩分鐘。其他四項我直接講結果。想完整看的同學可以課後自己看。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，那個系統假設駕駛人在專心開車，所以它要百分之百確定才會煞，免得亂煞車。後來他改用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第二項，小孩從停放的車子後面突然衝出來。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先滾出一顆球，然後假人彈出來，兩台車只有不到一秒可以反應。光達車停住，特斯拉也停住，而且還停得很從容。兩台都過。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第三項，霧。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結果，跟我們剛剛那張波長圖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第四項，大雨。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他們用灑水製造傾盆大雨。特斯拉的畫面上，水一灑下來，小孩就整個不見了——這正是我們第三輪按到「大雨」時看到的，相機的有效距離掉到二十二公尺。結果特斯拉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。光達車一開始看起來也沒減速，拍片的人說「光達可能有麻煩」，可是最後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，他自己說光達讓他意外。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第五項，強光。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六盞非常亮的燈直射過來，模擬日出日落，或者對向卡車的遠光燈。光達車立刻看到，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進到最後一項之前的比數：光達車五項全過，特斯拉三比五。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第六項，畫成馬路的假牆。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這一項最有名。他們立了一面牆，上面畫著跟前方道路一模一樣的圖案，就像卡通裡面那種假隧道。人的眼睛看得出破綻，光達更不用說，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最後十分鐘，六組，每組認養一種感測器。第一組相機、第二組光達、第三組雷達、第四組超音波、第五組衛星定位、第六組熱像。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每一組只寫兩行。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第二行比較難，也是我真正想看的：什麼條件會讓它失效？那個時候誰來補它？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給大家一點提示。拿到衛星定位的那一組，可能會覺得很吃虧，因為它什麼都不給。可是你們可以想一想：它不給前方的資訊，那它給的是什麼？沒有它的話，車子會少掉什麼？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拿到超音波的那一組也一樣。它只有五公尺，看起來很弱，可是第一節我們看過，在那個誰都看不到的近距離，只有它看得到。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每一組一分鐘。講完交上來，這張紙期末專題會用到。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2026-09-22T09:07:15Z</dcterms:created>
  <dcterms:modified xsi:type="dcterms:W3CDTF">2026-09-22T09:07:15Z</dcterms:modified>
</cp:coreProperties>
</file>