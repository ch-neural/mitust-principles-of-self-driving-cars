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好，看結果。每一張卡上都有一行寫「有效距離」，這一行就是這一節的主角，它會告訴你這個天氣把這顆感測器砍成多少。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一行寫：設定八十公尺，現在二十六公尺。所以四十公尺的行人超出去了，那張卡變紅字。光達那一行寫「一百公尺，目前沒有折損」，點數還是十五個，跟晴天一模一樣。雷達也一樣，兩百五十公尺。熱像反而變好，從一百四十三變成一百五十八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因為天一黑，相機看得到多遠就不是它自己說了算。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有人一定會問：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特斯拉不是只有相機嗎？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對，Model 3 和 Model Y 就是只有相機，它們晚上照樣在路上跑。這不衝突，因為它們晚上靠的是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大燈就是相機的手電筒。只是這支手電筒跟光達那支不一樣：它不長在感測器身上，是另外一個零件，而且照不遠。近光燈大概照到六十公尺，遠光燈一百公尺出頭，可是對向有車的時候不能開遠光。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六十公尺夠不夠？用第一節那條煞停距離算：時速六十公里要二十八公尺，夠；時速一百公里要七十三公尺，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比大燈照得到的還遠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所以精確的講法不是「天黑就看不到」，是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天黑之後，相機看得到多遠，取決於車子以外的東西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。光達和雷達沒有這個問題，它們的手電筒長在自己身上。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第二位同學。開始之前先確認兩件事：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行人要在四十公尺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，環境按回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這時候光達那張卡應該是十五個點。如果你剛剛重新整理過網頁，行人會退回預設的三十公尺，點數會變成二十八個——那就先把他拖回四十公尺再開始。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確認好了，按濃霧。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看結果。請大家一張一張唸「有效距離」那一行。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先看相機，設定八十、現在十六，所以四十公尺的行人看不到了。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再看光達，設定一百、現在四十五，點數從十五個掉到六個。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熱像是設定一百五十、現在九十，四十公尺的人還是看得到。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雷達是設定兩百五十、現在兩百二十五，照常工作。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晴天的時候，相機是正負零點五八、寫「行人」，光達十五個點，雷達四十點零，熱像十五像素。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按到小雨，相機一樣是正負零點五八，光達剩十三個點，雷達四十點零，熱像十五像素。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按到中雨，相機還是正負零點五八，光達剩九個點，雷達四十點零，熱像十五像素。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按到大雨，相機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，光達剩六個點，雷達四十點零，熱像十五像素。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先講一個生活中的經驗。你在水裡插一根很細的竹竿。大浪打過來，根本不理它，直接穿過去，竹竿後面照樣是大浪。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可是如果來的是很細的漣漪呢？漣漪會被那根竹竿擋住，竹竿後面會出現一小塊平靜的水面。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同一根竹竿，來的波不一樣，結果剛好相反。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的波長比霧滴還小。所以霧滴對它們來說就像滿天都是竹竿，光打出去撞上去就散掉了。這就是為什麼濃霧那一輪，相機從八十公尺掉到十六公尺、光達從一百掉到四十五。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接下來介紹這支影片。拍的人叫 Mark Rober，是前 NASA 的工程師，現在是 YouTuber，他的頻道以「用誇張的實驗講科學」出名。影片全長十八分五十四秒。前面九分鐘是他潛進迪士尼樂園、用光達掃描太空山那條全黑的軌道，那一段很好看，可是跟今天無關，我們跳過。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他做的事很簡單：一台只用相機的特斯拉，一台裝了光達的車，兩台都用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從九分六秒開始，一路播到最後那面假牆撞上去為止，中間不停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，大概八分鐘。撞完就停，後面是結語跟廣告，不用看。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播之前先交代兩件事。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第一，請每個人在紙上畫兩欄，一欄光達車、一欄特斯拉，六項測試，過的打勾、沒過的打叉。等一下我們一起對答案。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第二，請帶著這個問題看：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如果車子只靠相機，在霧裡和雨裡，它看得到那個小孩嗎？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好，我們開始播。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好，影片就看到這裡。我們先對答案。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第一項，小孩假人站在路中間。特斯拉其實偵測到了，可是來不及煞停，撞上去。這裡有一個細節很重要。特斯拉第一次跑的時候用的是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，那個系統假設駕駛人在專心開車，所以它要很確定才會煞，免得亂煞車。後來他改用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那一項，請大家回想剛剛那張波長圖。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一項，水一灑下來，特斯拉的畫面上小孩就整個不見了——這正是我們第三輪按到「大雨」時看到的，相機的有效距離掉到二十二公尺。光達車一開始看起來也沒減速，拍片的人還說「光達可能有麻煩」，可是最後還是停住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強光那一項要特別講：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最後那面假牆，牆上畫的圖案跟前面的路一模一樣。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，因為它量的是距離，不是圖案。可是對只有相機的車來說，畫面上的像素跟真的路長得一樣，它就沒有任何一條線索可以拆穿。相機量到的是角度和亮度，距離是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出來的；圖案騙得過推算，騙不過量測。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FSD、每一項只跑一次、人造的霧和雨跟真實天氣不一樣。後來也真的有人用比較新的相機硬體配比較新的 FSD，去撞同一種假牆，那一次車子停住了。可是那一次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相機硬體和軟體版本是同時換掉的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，所以到底是哪一個幫上忙，一樣分不出來。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最後十分鐘，我發學習單下去。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個人作答，不分組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，每個人交一張。上面有九題，除了最後一題以外，每一題都要先在電腦上操作，再把畫面上的數字抄下來。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我先把規則講清楚。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題目怎麼做，紙上都寫了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。例如第一題要你把行人拖到二十公尺、再拖到四十公尺，抄下相機那張卡的正負多少。你只要照著做，數字就在畫面上。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前面八題有標準答案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。抄錯數字就是錯，所以請一題一題慢慢來，不要急。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最後一題是設計題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，要你幫一台市區小巴選三種感測器。那一題沒有標準答案，可是有一個硬性要求：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每一個理由都要引用你前面抄下來的一個數字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。只寫「相機可以看到顏色」不給分，要寫「只有相機讀得出紅綠燈，而且大雨的時候只剩二十二公尺」。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第四，有幾題會叫你改參數，例如把解析度改成三千八百四十、把線束數改成十六。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改完記得改回來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，題目上都有註明，不然下一題的數字會不對。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如果中途被卡住，舉手問我。剩下的時間就開始做，下課前交上來。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寫完的同學可以自己再驗證一次：把每一題重做一遍，看數字是不是一樣。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學習單交上來之前，請確認上面有寫班級和名字。下課。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≈18:54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Vừa xem vừa ghi 6 bài: xe LiDAR qua chưa, Tesla qua chưa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邊看邊記六項：光達車過了沒、特斯拉過了沒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Phiếu thực hành · 課堂實作學習單（個人）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tờ. Làm từng câu trên máy, chép con số trên màn hình.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每人一張。照題目在電腦上操作，把畫面上的數字抄下來。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câu: kéo người đi bộ, đổi tham số, đổi thời tiết, bật hỏng cảm biến.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九題：拖行人、改參數、切天氣、打開單一感測器故障。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đầu có đáp án đúng — chép sai con số là sai. Câu cuối tự thiết kế, nhưng lý do phải dẫn số.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前八題有標準答案，數字抄錯就是錯。最後一題自己設計，但理由一定要帶數字。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cá nhân, không chia nhóm. Nộp trước khi hết giờ.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個人作答，不分組。下課前交回。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xong có thể tự kiểm chứng lại bằng chính công cụ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寫完可以用同一個工具，自己把每個數字再驗證一次。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2026-09-23T15:54:42Z</dcterms:created>
  <dcterms:modified xsi:type="dcterms:W3CDTF">2026-09-23T15:54:42Z</dcterms:modified>
</cp:coreProperties>
</file>