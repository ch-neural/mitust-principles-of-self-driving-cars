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一次只改一個條件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看結果。相機從八十公尺掉到二十六公尺，所以四十公尺的行人變成「超出有效距離」，那張卡是紅字。光達還是一百公尺、十五個點，跟晴天一模一樣。雷達也一樣，兩百五十公尺。熱像從一百四十三變成一百五十八，不但沒變差，還稍微變好了一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光達呢？還是十五個點，跟晴天一模一樣。雷達也一樣。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最有趣的是熱像，它變好了。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。眼睛本身不會發光，它只是一個接收器。要有光照到東西上，再反彈進你的眼睛，你才看得見。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請看左邊那一欄的圖。光是從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出發的，照到那個人身上，再反彈進相機。大家數數看，這一條路上有三個東西：光源、物體、相機。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原理上就沒有東西可以收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請注意那個箭頭是雙向的，而且左邊那一站不見了，沒有太陽了。為什麼？因為訊號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手電筒是自己帶的，那白天晚上有差嗎？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完全沒有差。等一下大家操作的時候會看到，切到夜間，光達的點數和雷達的距離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最後看右邊那一欄。熱像更特別，它連手電筒都不用帶。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大家看那個人身上那幾圈波紋，因為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打個比方：白天找人像在吵鬧的市場裡喊一個人的名字，晚上像在安靜的圖書館裡喊。聲音一樣大，但是晚上聽得清楚多了。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現在大家可以回答一個常常被問到的問題：為什麼自駕車不能只裝相機就好？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因為天一黑，它就什麼都看不到了。不過我要補一句，這只是理由之一，還有別的。等一下第五輪大家會看到另一個。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第二位同學。先按回晴天，確認光達那張卡的點數回到十五個點，再按濃霧。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看結果。相機掉到十六公尺，四十公尺的行人看不到了。光達從一百公尺掉到四十五公尺，點數從十五掉到六。熱像從一百四十三掉到九十公尺，不過四十公尺的人還是看得到。雷達兩百二十五公尺，照常工作。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這一次跟夜間差在哪裡？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夜間只有相機壞掉，濃霧是相機、光達、熱像三個一起變差。所以濃霧比夜間廣，因為它同時打擊三種。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面懸浮的小水滴。光達打出去的雷射碰到水滴就被散射掉，有一部分還沒到達行人就散掉了，所以有效距離從一百公尺掉到四十五公尺，點數從十五掉到六，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請注意這個差別：光達是「還看得到但是變糊」，相機是「整個看不到」，熱像是「掉了四成但還夠用」。三種變差的程度不一樣。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那誰幾乎沒事？雷達，兩百二十五公尺。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為什麼雷達不怕霧？因為它用的電磁波波長比水滴大很多。波長比障礙物大的時候，波會直接繞過去。這就像海浪碰到一根細竹竿不會被擋住，碰到一堵牆才會。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所以雷達是惡劣天氣裡最可靠的。可是別忘了第一節的結論，它給的東西最少。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請第三位同學上來。行人留在四十公尺，然後照順序按四次。我把四列數字寫在白板上。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晴天：相機正負零點五八、寫「行人」；光達十五個點；雷達四十點零；熱像十五像素。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小雨：相機一樣正負零點五八；光達十三個點；雷達四十點零；熱像十五像素。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中雨：相機還是正負零點五八；光達九個點；雷達四十點零；熱像十五像素。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大雨：相機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；光達六個點；雷達四十點零；熱像十五像素。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沒有變，一個數字都沒動，一直都是正負零點五八。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決定的，距離的平方乘每一列的角度，再除以安裝高度。下雨不會改變這台相機的像素數，也不會改變它裝多高。所以只要它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。晴天八十公尺，小雨六十四，中雨四十，大雨只剩二十二。我把這四個數字也寫在誤差旁邊。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整張消失，變成紅字「超出有效距離」。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。因為大雨的時候相機只看得到二十二公尺，而我們的行人站在四十公尺，超出去了，就什麼都沒有。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夠，我們做一個小示範。把環境切回中雨，這時候相機的有效距離剛好是四十公尺，行人就站在邊界上。把行人往外拖一公尺，看它消失；再拖回來，看它出現。就在邊界上跳來跳去。真實的車在雨中也會這樣，目標時有時無，這叫閃爍，是很難處理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雷達，一直是四十點零。它的有效距離從兩百五十掉到兩百，聽起來掉了不少，可是四十公尺遠遠在範圍裡面，所以它完全不受影響。這跟第一節講的一樣，毫米波的波長比雨滴大很多，波會繞過去。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順便看光達的點數：十五、十三、九、六。這個就是慢慢往下掉的，雨每大一點就少一些。因為雨滴會把雷射散射掉一部分，雨愈大散射愈多。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最後補充一件工具沒有模擬、但是大家騎車一定有經驗的事：下雨的時候，前面的車會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，跟真的障礙物一樣會反射，所以車子可能會「看到」一團根本不存在的東西，然後緊急煞車。這叫做假回報，比看不到還麻煩——看不到至少你知道要小心，假的東西會讓車子做出錯誤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先講一個生活中的經驗。海邊的消波塊，大浪打過來會被擋住；可是如果是很小的漣漪，碰到消波塊會怎樣？會從旁邊繞過去，幾乎沒有影響。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反過來想也一樣。你在水裡插一根很細的竹竿，大浪根本不理它，直接穿過去。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，從左到右愈來愈大，左邊是一微米，也就是一公釐的千分之一，右邊是一公分。請注意這條軸每一格是十倍，不是加十，這樣才畫得下這麼大的範圍。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的波長跟霧滴差不多大，所以被擋掉一部分，但是沒有那麼嚴重，從一百四十三掉到九十。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的波長比霧滴大四千倍，比雨滴也還要大。對雷達來說，水滴細得像竹竿，它直接穿過去。所以剛剛那兩輪，雷達那張卡從頭到尾都是四十點零。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我在白板上寫一行：波長大於顆粒，穿過去；波長小於顆粒，被擋住。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這張圖大家只要記住一句話：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記住它，因為下一頁我要用它來考大家一題，而且這一題的答案，大家現在就推得出來。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這一輪不一樣。前面四次都是先按再看，這一次我要大家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。請先不要碰滑鼠。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請問，誰大？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差不多，甚至雪花還比較大。前面所有的天氣，雷達幾乎都沒有變化，因為霧滴只有幾微米、雨滴不到兩公釐，都比它的波長小很多。可是雪花不一樣，雪花的大小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所以照規則推論，下雪的時候雷達會怎樣？會變差。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相機二十公尺、光達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一百六十三公尺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先看雷達，從兩百五十掉到一百六十三。回頭對照白板，大雨是兩百，濃霧是兩百二十五——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，然後一個一個切換環境。晴天、大雨、濃霧，雷達都還讀得到一百八十點零；切到下雪，雷達整張卡變紅字。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在一百八十公尺這個距離，九種條件裡只有下雪會讓雷達讀不到。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。那個效果比較接近「光達罩髒污」那顆按鈕，大家可以兩個一起打開，看數字掉到什麼程度。所以下雪對自駕車是雙重打擊，天上飄的，加上鏡頭上黏的。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這就是為什麼北歐和日本北海道的自駕測試特別難。不是車做得不好，是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台灣和越南平地不下雪，所以大家可能覺得這一格用不到。可是反過來想，如果你們以後做的車要賣到日本或歐洲，這一格就得整個重新驗證。而這正是下一頁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欄跟欄之間的關係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，哪一種掉得快、哪一種幾乎不動。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先看雷達那一欄，從上到下：兩百五十、兩百五十、兩百五十、兩百二十五、兩百、兩百二十五，幾乎沒動。直到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可是請大家把第一節那張「每一種的弱點，由哪一種來補」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，這一家的光達和那一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我們先看左邊這兩張圖，心裡先有個底，再看影片。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大雨那張，行人還看得到輪廓，只是雨絲擋在中間。濃霧那張，那個人幾乎被霧蓋住，看不見了。右下角的數字就是我們剛剛量過的：大雨相機只剩二十二公尺，濃霧只剩十六公尺。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請大家帶著這個問題看影片：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如果車子只靠相機，在這兩種天氣下，它看得到那個小孩嗎？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先介紹這支影片。拍的人叫 Mark Rober，是前 NASA 的工程師，現在是 YouTuber，他的頻道以「用誇張的實驗講科學」出名。這支影片全長十八分半，前面九分鐘是他潛進迪士尼樂園、用光達掃描太空山那條全黑的軌道，那一段很好看，但是跟今天無關，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測試從九分六秒開始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，大概六十四公里，衝向同一個小孩假人，看誰會停。一共六項測試。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我們只播兩段，霧那一段和雨那一段，大概兩分鐘。其他四項我直接講結果。想完整看的同學可以課後自己看。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第一項，小孩假人站在路中間。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這裡有一個細節很重要。特斯拉第一次跑的時候用的是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，那個系統假設駕駛人在專心開車，所以它要百分之百確定才會煞，免得亂煞車。後來他改用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重跑一次，這次及時停住了。所以拍片的人自己說「算你平手」，接下來五項全部用 Autopilot。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這一項真正的教訓其實不是感測器，是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。期末專題如果要比較兩台車，設定沒有對齊，比出來的東西沒有意義。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第二項，小孩從停放的車子後面突然衝出來。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先滾出一顆球，然後假人彈出來，兩台車只有不到一秒可以反應。光達車停住，特斯拉也停住，而且還停得很從容。兩台都過。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第三項，霧。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結果，跟我們剛剛那張波長圖對得起來嗎？對得起來。霧滴一到五十微米，比相機的波長大，所以擋住相機；也比光達的波長大，所以光達也掉了。可是光達本來有一百公尺，掉到四十五還夠用；相機本來八十，掉到十六就來不及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第四項，大雨。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他們用灑水製造傾盆大雨。特斯拉的畫面上，水一灑下來，小孩就整個不見了——這正是我們第三輪按到「大雨」時看到的，相機的有效距離掉到二十二公尺。結果特斯拉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。光達車一開始看起來也沒減速，拍片的人說「光達可能有麻煩」，可是最後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，他自己說光達讓他意外。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第五項，強光。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六盞非常亮的燈直射過來，模擬日出日落，或者對向卡車的遠光燈。光達車立刻看到，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，相機十八公尺」不太一樣，因為表上那個是四十公尺外的目標，影片裡的假人比較近。條件不同，結果就不同，這也是為什麼我一直要大家問「在什麼距離、什麼條件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進到最後一項之前的比數：光達車五項全過，特斯拉三比五。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第六項，畫成馬路的假牆。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這一項最有名。他們立了一面牆，上面畫著跟前方道路一模一樣的圖案，就像卡通裡面那種假隧道。人的眼睛看得出破綻，光達更不用說，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我不是要告訴大家誰對誰錯。我要大家看到的是：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這就是我們從第一節講到現在的同一句話：少量的結果不能拿來宣告誰比較安全。要下那種結論，需要幾百萬公里、幾千種條件，而且要有別人能重複驗證。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當成證據，去證明哪一家的技術比較好。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第三位同學。這一輪要看的東西比較細，可是我覺得是今天最重要的。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先回到晴天，把行人拖到二十公尺。相機讀得到，誤差大概正負零點一五，類別寫「行人」。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大家看清楚這一格發生什麼事。距離還在，相機還是說二十公尺左右。可是上面那一行，從「行人」變成「類別未知」。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。它還看得到那裡有一個東西，可是認不出來那是什麼。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現在請全班看其他五張卡。光達說：二十公尺，未分類障礙物。雷達說：二十公尺，未分類障礙物。熱像還認得出人體熱訊號，可是如果今天目標不是人，是一個路障，熱像也沒轍。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所以這裡有一件更麻煩的事：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下不下雨，我們決定不了，那是老天爺的事，只能寫進運行條件。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，這是車子自己的事，取決於有沒有雨刷、清洗噴頭做得好不好、多久洗一次。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一區叫「外部環境」，晴天、夜間、濃霧、大雨，按下去會同時影響好幾種感測器。下面那一區叫「單一感測器故障」，只有兩顆，鏡頭水滴和光達罩髒污，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這兩個數字一定會有同學問是哪裡來的。我老實回答：零點六五和零點三五是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不過有一件事值得講清楚。罩子髒，其實是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。沒有被完全蓋住、只蒙上一層薄灰的地方，雷射還是出得去，可是回波變弱了。遠處的回波本來就弱，再變弱一次就低於偵測的門檻，這會讓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東西還在，但是只剩幾個點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」那個狀態，那正是最危險的狀態。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髒的是什麼——灰塵、泥、鹽、水膜，還是壓扁的蟲；蓋住多少比例；蓋在雷射出口的正中間還是邊緣；還有那顆光達用的波長。所以規格書上不會寫「髒了剩幾成」，只會寫它有沒有自動清潔或加熱，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順便教大家一個分辨的習慣。今天所有的數字都是課堂模型，晴天八十、濃霧十六，這些具體數值是我設的。可是有些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這就是大家以後看任何模擬、任何展示都要做的分辨：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，不是技術極限。一台每天洗車的自駕計程車，跟一台放在戶外積灰三個月的車，能力差很多。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這件事期末專題可以寫：你的 ODD 裡面，要不要寫「需要每日清潔感測器」？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最後十分鐘，六組，每組認養一種感測器。第一組相機、第二組光達、第三組雷達、第四組超音波、第五組衛星定位、第六組熱像。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每一組只寫兩行。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第一行：你那一種送回來什麼是別人沒有的？這一行我要求要有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今天看到的數字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。不可以只寫「相機可以看到顏色」，要寫「只有相機讀得出燈色，其他五種都讀不出來；晴天有效八十公尺，夜間剩二十六」。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第二行比較難，也是我真正想看的：什麼條件會讓它失效？那個時候誰來補它？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給大家一點提示。拿到衛星定位的那一組，可能會覺得很吃虧，因為它什麼都不給。可是你們可以想一想：它不給前方的資訊，那它給的是什麼？沒有它的話，車子會少掉什麼？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拿到超音波的那一組也一樣。它只有五公尺，看起來很弱，可是第一節我們看過，在那個誰都看不到的近距離，只有它看得到。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每一組一分鐘。講完交上來，這張紙期末專題會用到。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你們那兩行請保留好。下課。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trong chín điều kiện: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九種條件裡挑七種，誰還看得到多遠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 bị ảnh hưởng; LiDAR và radar gần như không đổi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只有相機受影響；光達和雷達幾乎不動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45136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7158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6826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14959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70230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24947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7484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3104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887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93774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30350"/>
            <a:ext cx="2071848" cy="11826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30350"/>
            <a:ext cx="1290950" cy="1182698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863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Việc của nhóm · 分組任務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nhóm, mỗi nhóm một cảm biến. Viết hai dòng, nộp cuối giờ.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六組，每組認養一種感測器。寫兩行，下課前交。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1: cảm biến của nhóm đưa về cái gì mà loại khác không có? Viết kèm con số hôm nay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行：你那一種送回來什麼是別人沒有的？要附上今天看到的數字。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2: điều kiện nào làm nó vô dụng? Và lúc đó ai bù cho nó?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行：什麼條件會讓它失效？那時候誰來補它？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một phút. Dùng lại cho chuyên đề cuối kỳ.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每組講一分鐘。期末專題會用到。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 khó hơn. Nhóm nào nói được ai bù cho mình là nhóm hiểu bài.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行比較難。講得出誰來補自己的那一組，才是真的懂了。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2026-09-22T09:02:03Z</dcterms:created>
  <dcterms:modified xsi:type="dcterms:W3CDTF">2026-09-22T09:02:03Z</dcterms:modified>
</cp:coreProperties>
</file>