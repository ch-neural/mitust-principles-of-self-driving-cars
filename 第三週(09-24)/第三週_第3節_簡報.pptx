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相機從八十公尺掉到二十六公尺，所以四十公尺的行人變成「超出有效距離」，那張卡是紅字。光達還是一百公尺、十五點，跟晴天一模一樣。雷達也一樣，兩百五十公尺。熱像從一百四十三變成一百五十八，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看結果。相機掉到十六公尺，四十公尺的行人看不到了。光達從一百公尺掉到四十五公尺，點數從十五掉到六。熱像從一百四十三掉到九十公尺，不過四十公尺的人還是看得到。雷達兩百二十五公尺，照常工作。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晴天：相機正負零點五八、寫「行人」；光達十五點；雷達四十點零；熱像十五像素。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小雨：相機一樣正負零點五八；光達十三點；雷達四十點零；熱像十五像素。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中雨：相機還是正負零點五八；光達九點；雷達四十點零；熱像十五像素。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；光達六點；雷達四十點零；熱像十五像素。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最後十分鐘，六組，每組認養一種感測器。第一組相機、第二組光達、第三組雷達、第四組超音波、第五組衛星定位、第六組熱像。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每一組只寫兩行。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第二行比較難，也是我真正想看的：什麼條件會讓它失效？那個時候誰來補它？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給大家一點提示。拿到衛星定位的那一組，可能會覺得很吃虧，因為它什麼都不給。可是你們可以想一想：它不給前方的資訊，那它給的是什麼？沒有它的話，車子會少掉什麼？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拿到超音波的那一組也一樣。它只有五公尺，看起來很弱，可是第一節我們看過，在那個誰都看不到的近距離，只有它看得到。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每一組一分鐘。講完交上來，這張紙期末專題會用到。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2026-09-22T08:21:49Z</dcterms:created>
  <dcterms:modified xsi:type="dcterms:W3CDTF">2026-09-22T08:21:49Z</dcterms:modified>
</cp:coreProperties>
</file>