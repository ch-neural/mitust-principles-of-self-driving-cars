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，每個人交一份。不用紙——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在判讀台上作答，做完截圖上傳 LINE 群組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，下課前交。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先把規格判讀台打開，然後看下一頁的四個步驟。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這一節要開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網頁，所以先花兩分鐘，確定每個人兩個都打開得了。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右邊有兩個 QR。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左邊那個是規格判讀台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，就是上午開過的，網址沒變，分頁還留著的人直接切回去。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右邊那個是作業頁，是新的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，今天的答案全部填在那裡。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兩個網址前面完全一樣，差在最後一段：一個是 spec，一個是 hw。要用手打的人照左邊那串打。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兩個都開好了再舉手讓我看。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……還沒開的，先跟旁邊的同學共用一台，不要卡在這裡，等一下我再過去看。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開好之後確認兩件事。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，右上角那個語言鈕，兩頁都有，要看越南文的現在就切。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，判讀台上的「只看英文原文」這一節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要按下去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：今天是要各位讀真的規格表，不是讀翻譯。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現在請各位看作業頁。最上面有姓名和學號，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現在就先填好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，不然等一下截圖我認不出是誰。下面是四大題。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最後講一句：這兩個網頁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下課以後還會在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，網址抄起來，回家可以再練。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第一步，選情境。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看畫面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最上面那一條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，一直釘在那裡，捲到哪都看得到。三個按鈕：校園接駁、時速二十；河內尖峰、時速四十；國道、時速一百。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一題只要選一次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——選好了就不要再動它，等一下四顆型號都用同一個情境。旁邊會跟著印出這個情境的煞停距離和門檻，那就是等一下判定在比的數字。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第二步，選型號。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判定那一塊的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有一排四顆按鈕，你要算哪一顆就按哪一顆，不用跑回左邊。情境固定、型號輪四顆——這就是今天每一題要做的事。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第三步，找四個數字、看判定。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四題還是上午那四個：垂直視野、對百分之十反射率的測距、解析度、更新率，選完按檢查。這裡我要請各位做一件事：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。上午我讓對照開著，因為大家第一次讀；現在請各位試試看純原文，真的規格表上不會有中文。看不懂的單字可以問我，或者按回「原文＋對照」確認一下，但是先自己試。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作業那一頁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，整份就在那裡填。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四選一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，不用自己打字。但是選項裡有陷阱：裡面有一句只寫「OS1 不好用」，也有一句把卡住的地方講錯——說它卡在測距，其實測距九十公尺是夠的，卡住的是點數。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要選的是那句把『卡在哪一行』講對的。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我提醒四件事。第一，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先把姓名和學號填上去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，不然截圖我認不出是誰。第二，答案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存在你自己的手機裡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，切去判讀台查規格、再切回來，填過的都還在。第三，第一題那個十二格的表，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點哪一格，那一格的判讀就在底下打開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——煞停門檻、三行規格、結論，全部都在，看完直接選夠或不夠，不必跑去判讀台。第四，全部做完按「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」，它會整理成一張乾淨的卡片，截那一張就好。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四個步驟講完了。第一題在下一張。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在作業那一頁，第一題是一張十二格的表：四個型號乘三個情境。現在做的是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「校園 20」那一欄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，四格。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點下去那一格，判讀就在底下打開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，看完直接選夠或不夠，再點下一格。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這一題在作業那一頁的第二題做，不要回判讀台。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第二題上面就有兩個下拉，左邊那個預設停在 1024，自己轉成 2048，底下的判讀會立刻跟著變。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順便講清楚一件事，免得各位找錯地方：判讀台右邊的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小工具②也可以把每圈點數拉到 2048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，也會看到九個點變十八個——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可是那一區只是示範，不會改判定。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不過天下沒有白吃的午餐。各位現在做一件事：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把右邊那個轉速下拉打開看看。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本來有 10 和 20 兩個選項，切到 2048 之後，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 Hz 不見了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。如果你剛剛是停在 20 Hz，它還會自己跳回 10。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這不是網頁壞掉，是規格書就這樣寫的——上午第十二張那張表，最後一條是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 @ 10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，只有 10 Hz。要最密的點，就得轉慢一點。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所以第二題還要你選：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這句話請填在作業的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第三題結論句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，這是今天最重要的一句。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十分鐘，做完按「產生作答單」，截圖傳到 LINE 群組。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十分鐘到，先別急著傳，我們一起把十二格看成一張表。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錯在拿兩顆不同的光達直接比點數。OS1 每秒兩百六十萬點，AT128P 只有一百五十萬，可是四十公尺的目標上，OS1 只有九個點、AT128P 有一百二十一個——因為 OS1 把點灑滿三百六十度。每秒點數要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這裡要跟第一節第十二張分清楚：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光達從 1024 切到 2048，點數加倍、確實看得比較清楚，那是對的。錯的是拿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兩顆不同的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光達比點數大小。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作答單都傳上來了嗎？還沒傳的現在傳。記得先確認姓名有填到。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第一，把今天那張作答單的截圖留著。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hai trang: bàn đọc thông số và trang nộp bài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開兩個網頁：規格判讀台、作業頁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25780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9437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規格判讀台</a:t>
            </a:r>
            <a:endParaRPr lang="en-US" sz="1000" dirty="0"/>
          </a:p>
        </p:txBody>
      </p:sp>
      <p:pic>
        <p:nvPicPr>
          <p:cNvPr id="5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5816" y="155448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29437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…/week5/spec/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903720" y="1133856"/>
            <a:ext cx="1737360" cy="2267712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0296" y="1207008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</a:t>
            </a:r>
            <a:endParaRPr lang="en-US" sz="10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</a:t>
            </a:r>
            <a:endParaRPr lang="en-US" sz="1000" dirty="0"/>
          </a:p>
        </p:txBody>
      </p:sp>
      <p:pic>
        <p:nvPicPr>
          <p:cNvPr id="9" name="Image 1" descr="/Users/tsengchenghsun/Class/carClass/Claude outputs/第五週(10-8)/src/img/w5_qr_h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55448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940296" y="3054096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…/week5/hw/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3346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hai mã, mở thành hai tab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兩個都掃，開成兩個分頁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133856"/>
            <a:ext cx="444398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9224" y="1225296"/>
            <a:ext cx="4151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兩個網址前面都一樣：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41832" y="21214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Bàn đọc thông số: vẫn là trang tiết 1, địa chỉ không đổi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判讀台就是第一節那一個，網址沒變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" y="2708795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Trang nộp bài là trang MỚI — quét thêm mã thứ hai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作業頁是新的，要再掃第二個 QR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39496" y="3239147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" y="3248291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41832" y="3202571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này bật «chỉ tiếng Anh» trên bàn đọc thông số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判讀台的「只看英文原文」這一節要按下去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cả hai rồi hãy giơ tay. Ai không mở được thì tạm hai người dùng chung một máy, đừng kẹt ở đây.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兩個都開好了再舉手。打不開的人先兩個人共用一台，不要卡在這裡。</a:t>
            </a:r>
            <a:endParaRPr lang="en-US" sz="1200" dirty="0"/>
          </a:p>
        </p:txBody>
      </p:sp>
      <p:pic>
        <p:nvPicPr>
          <p:cNvPr id="26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9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thanh trên cùng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chỉ chọn một lần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在最上面那一條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一題只要選一次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nút trên kết luận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lần lượt bốn cái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判定上方那一排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四顆輪一遍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bảng, 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 · 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讀規格表，把對照關掉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視野・測距・解析度・更新率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&amp; nộp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作答與上傳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ở trang nộp bài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phiếu → chụp → LINE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填在作業那一頁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產生作答單→截圖→LINE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sau: chọn đúng hay sai, rồi chọn một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下面四句話。選對或錯，再選一個理由。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So hai lidar: con nào số điểm mỗi giây lớn hơn thì chắc chắn nhìn người ở xa rõ hơn.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兩顆光達比每秒點數，點數大的那顆，遠處的人一定看得比較清楚。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OS1 nhiều điểm/giây hơn AT128P, nhưng ở 40 m lại ít điểm hơn hẳn.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OS1 每秒點數比 AT128P 多，40 公尺的目標上卻少很多。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作答單的截圖留著。下週會在同一張表上加一欄雷達。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2026-10-07T13:08:57Z</dcterms:created>
  <dcterms:modified xsi:type="dcterms:W3CDTF">2026-10-07T13:08:57Z</dcterms:modified>
</cp:coreProperties>
</file>