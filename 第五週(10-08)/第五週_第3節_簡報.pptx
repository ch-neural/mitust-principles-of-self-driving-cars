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網頁，所以先花兩分鐘，確定每個人兩個都打開得了。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右邊有兩個 QR。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左邊那個是規格判讀台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，就是上午開過的，網址沒變，分頁還留著的人直接切回去。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右邊那個是作業頁，是新的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，今天的答案全部填在那裡。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兩個網址前面完全一樣，差在最後一段：一個是 spec，一個是 hw。要用手打的人照左邊那串打。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兩個都開好了再舉手讓我看。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……還沒開的，先跟旁邊的同學共用一台，不要卡在這裡，等一下我再過去看。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開好之後確認兩件事。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，右上角那個語言鈕，兩頁都有，要看越南文的現在就切。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，判讀台上的「只看英文原文」這一節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要按下去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：今天是要各位讀真的規格表，不是讀翻譯。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現在請各位看作業頁。最上面有姓名和學號，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現在就先填好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，不然等一下截圖我認不出是誰。下面是四大題。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最後講一句：這兩個網頁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下課以後還會在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，網址抄起來，回家可以再練。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第一步，選情境。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看畫面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最上面那一條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，一直釘在那裡，捲到哪都看得到。三個按鈕：校園接駁、時速二十；河內尖峰、時速四十；國道、時速一百。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一題只要選一次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——選好了就不要再動它，等一下四顆型號都用同一個情境。旁邊會跟著印出這個情境的煞停距離和門檻，那就是等一下判定在比的數字。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第二步，選型號。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判定那一塊的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有一排四顆按鈕，你要算哪一顆就按哪一顆，不用跑回左邊。情境固定、型號輪四顆——這就是今天每一題要做的事。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第三步，找四個數字、看判定。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四題還是上午那四個：垂直視野、對百分之十反射率的測距、解析度、更新率，選完按檢查。這裡我要請各位做一件事：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。上午我讓對照開著，因為大家第一次讀；現在請各位試試看純原文，真的規格表上不會有中文。看不懂的單字可以問我，或者按回「原文＋對照」確認一下，但是先自己試。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作業那一頁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四選一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，不用自己打字。但是選項裡有陷阱：裡面有一句只寫「OS1 不好用」，也有一句把卡住的地方講錯——說它卡在測距，其實測距九十公尺是夠的，卡住的是點數。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要選的是那句把『卡在哪一行』講對的。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我提醒四件事。第一，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，切去判讀台查規格、再切回來，填過的都還在。第三，第一題那個十二格的表，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點哪一格，那一格的判讀就在底下打開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——煞停門檻、三行規格、結論，全部都在，看完直接選夠或不夠，不必跑去判讀台。第四，全部做完按「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四個步驟講完了。第一題在下一張。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在作業那一頁，第一題是一張十二格的表：四個型號乘三個情境。現在做的是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「校園 20」那一欄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，四格。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點下去那一格，判讀就在底下打開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，看完直接選夠或不夠，再點下一格。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時速二十的煞停距離只有四點二公尺，加五公尺餘裕是九公尺。可是光會停還不夠——這一題要你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在四十公尺外就認出行人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，所以測距也得搆得到四十公尺。兩個取大的，門檻是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四顆的測距都過得了，LD-16 剛好四十，壓線過。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在四十公尺的行人身上有八十四個點，過。相機的估距誤差在四十公尺是正負零點三八公尺，也過。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因為相機的誤差是隨距離平方長的，四十公尺還算近，誤差不到四十公分。而且校園裡車速慢，這點誤差不會害你來不及煞車。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現在請各位捲到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作業那一頁的第二題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。題目底下就有兩個下拉，左邊那個預設停在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請把它改成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順便講清楚一件事，免得各位找錯地方：判讀台右邊的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小工具②也可以把每圈點數拉到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，也會看到九個點變十八個——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可是那一區只是示範，不會改判定。這一題要在作業那一頁做。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不過天下沒有白吃的午餐。各位現在做一件事：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把右邊那個轉速下拉打開看看。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本來有 10 和 20 兩個選項，切到 2048 之後，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 Hz 不見了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。如果你剛剛是停在 20 Hz，它還會自己跳回 10。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這不是網頁壞掉，是規格書就這樣寫的——上午第十二張那張表，最後一條是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 10 Hz。要最密的點，就得轉慢一點。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所以第二題還要你選：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，加五公尺餘裕是七十八公尺。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不過這一題的門檻不是七十八。題目要你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在一百五十公尺外看到車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，測距得搆得到那台車才行，所以門檻是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它只有九十公尺，可是這一題的車在一百五十公尺外——比它看得到的還遠。工具會告訴你門檻是一百五十公尺，差六十公尺。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測距過關不代表能用。這句話今天記起來。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問的是另一格：請各位替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在河內尖峰、原廠預設的那一格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寫一句結論。就是第一題中間那一欄的第一格，九個點那一格。四個選項選一個，選那句把「卡在哪一行」講對的。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三個情境都過。相機是校園和河內過、國道不過。LD-16 一個都沒過。OS1 在預設模式下三格都沒過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——河內那一格要換成 2048 才過，可是那是第二題，各位的十二格表上它還是「不夠」。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第三句：兩顆光達比每秒點數，點數大的那顆，遠處的人一定看得比較清楚。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đọc thông số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開兩個網頁：規格判讀台、作業頁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規格判讀台</a:t>
            </a:r>
            <a:endParaRPr lang="en-US" sz="1000" dirty="0"/>
          </a:p>
        </p:txBody>
      </p:sp>
      <p:pic>
        <p:nvPicPr>
          <p:cNvPr id="5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…/week5/spec/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五週(10-8)/src/img/w5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…/week5/hw/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số: vẫn là trang tiết 1, địa chỉ không đổi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判讀台就是第一節那一個，網址沒變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708795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 là trang MỚI — quét thêm mã thứ hai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作業頁是新的，要再掃第二個 QR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20257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bật «chỉ tiếng Anh» trên bàn đọc thông số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判讀台的「只看英文原文」這一節要按下去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cả hai rồi hãy giơ tay. Ai không mở được thì tạm hai người dùng chung một máy, đừng kẹt ở đây.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兩個都開好了再舉手。打不開的人先兩個人共用一台，不要卡在這裡。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thanh trên cùng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chỉ chọn một lần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在最上面那一條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一題只要選一次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nút trên kết luận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lần lượt bốn cái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判定上方那一排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四顆輪一遍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bảng, 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 · 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讀規格表，把對照關掉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視野・測距・解析度・更新率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trang nộp bài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填在作業那一頁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cả ba · camera hai · OS1 không (Hà Nội phải đổi 2048 mới đủ) · LD-16 không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預設下零個（河內換 2048 才過）・LD-16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sau: chọn đúng hay sai, rồi chọn một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下面四句話。選對或錯，再選一個理由。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2026-10-07T13:51:46Z</dcterms:created>
  <dcterms:modified xsi:type="dcterms:W3CDTF">2026-10-07T13:51:46Z</dcterms:modified>
</cp:coreProperties>
</file>