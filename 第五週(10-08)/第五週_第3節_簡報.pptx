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第三節開場。整節上機，四個型號乘三個情境，每人交一張。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圈主標「替一台指定的車選感測器」。說明今天交的是自己的判斷，不是抄答案。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，每個人交一份。不用紙——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在判讀台上作答，做完截圖上傳 LINE 群組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，下課前交。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先把規格判讀台打開，然後看下一頁的四個步驟。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交代四個步驟與每一步要抄下來的數字。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圈「每一步都有要抄下來的數字」。強調沒抄數字就等於沒做。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判讀台上有第四個分頁，叫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，整份就在那裡填。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舉例來說，這樣寫才算：「LD-16 在河內尖峰不夠用，因為四十公尺的機車身上只有兩個點，雖然它的測距四十公尺是足夠的。」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這樣寫不算：「LD-16 不好用。」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我提醒四件事。第一，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先把姓名和學號填上去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，不然截圖我認不出是誰。第二，答案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存在你自己的手機裡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，切去別的分頁查規格、再切回來，填過的都還在。第三，十二格不用手抄——在試算那一頁按「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記進作業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」就會自動填進去，填錯還是可以自己改。第四，全部做完按「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」，它會整理成一張乾淨的卡片，截那一張就好。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第一題：校園接駁，時速 20。四個型號都試一次，先建立基準。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圈情境條件裡的時速與目標大小。這一題多數型號都會過，重點是熟悉流程。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請把四個型號都按一次。每按完一個，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判定底下有一顆「記進作業」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，按下去那一格就填好了，不用自己切到作業分頁去抄。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在四十公尺的行人身上有八十四個點，過。相機的估距誤差在四十公尺是正負零點五八公尺，也過。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第二題：河內尖峰，時速 40。這一題會出現翻盤，是今天的亮點。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OS1 那一列的點數判定。等他們卡住之後，再提示規格表上那行「可設定」。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不過天下沒有白吃的午餐，所以作業分頁第二題還要你寫：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第三題：國道，時速 100，150 公尺外要看到車。測距夠不等於看得清。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圈測距那一欄與點數那一欄，讓他們看到一個過、一個不過。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過了。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這句話請填在作業分頁的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那一格，這是今天最重要的一句。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十分鐘，做完按「產生作答單」，截圖傳到 LINE 群組。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把十二格合成一張表，得出結論：沒有一顆三個情境都贏。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把三個情境各自的贏家圈起來，指出它們不是同一顆。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十分鐘到，先別急著傳，我們一起把十二格看成一張表。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三個情境都過。相機是校園和河內過、國道不過。OS1 校園不過、河內換模式之後過、國道不過。LD-16 一個都沒過。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AT128P 就好了，對不對？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鑽出來的。AT128P 看不到兩側。所以就算你裝了它，還是得再裝別的東西補兩邊——這就回到第三週那張「每一種的弱點，由哪一種來補」的表。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四句是非題，當作本章總複習。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一句一句圈，每句給一分鐘先表態。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四句依序圈，每一句都回到今天自己抄下來的數字，不要只講道理。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錯在拿兩顆不同的光達直接比點數。OS1 每秒兩百六十萬點，AT128P 只有一百五十萬，可是四十公尺的目標上，OS1 只有九個點、AT128P 有一百二十一個——因為 OS1 把點灑滿三百六十度。每秒點數要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這裡要跟第一節第十二張分清楚：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光達從 1024 切到 2048，點數加倍、確實看得比較清楚，那是對的。錯的是拿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兩顆不同的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光達比點數大小。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作答單都傳上來了嗎？還沒傳的現在傳。記得先確認姓名有填到。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下週預告：雷達、超音波、GNSS 與 IMU 的規格判讀。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圈下週的四種感測器，說明同一支工具會再加型號。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第一，把今天那張作答單的截圖留著。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&amp; nộp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作答與上傳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ở tab «Bài nộp»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phiếu → chụp → LINE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填在「作業」分頁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產生作答單→截圖→LINE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AT128P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AT128P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So hai lidar: con nào số điểm mỗi giây lớn hơn thì chắc chắn nhìn người ở xa rõ hơn.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兩顆光達比每秒點數，點數大的那顆，遠處的人一定看得比較清楚。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OS1 nhiều điểm/giây hơn AT128P, nhưng ở 40 m lại ít điểm hơn hẳn.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OS1 每秒點數比 AT128P 多，40 公尺的目標上卻少很多。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作答單的截圖留著。下週會在同一張表上加一欄雷達。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2026-10-04T05:14:50Z</dcterms:created>
  <dcterms:modified xsi:type="dcterms:W3CDTF">2026-10-04T05:14:50Z</dcterms:modified>
</cp:coreProperties>
</file>