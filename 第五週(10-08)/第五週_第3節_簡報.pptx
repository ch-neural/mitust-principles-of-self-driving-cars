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第三節，整節都在電腦上。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今天上午我們讀了兩頁規格表。這一節要把它用出來。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規則很簡單：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我給你一台車要在哪裡跑，你告訴我哪一顆感測器可以用、哪一顆不行，而且要講得出卡在哪一行。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四個型號，三個情境，總共十二格。各位不用全部算，我會指定。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個人作業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，每個人交一張紙。下課前交。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先把工具打開，然後看下一頁的四個步驟。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四個步驟，我一個一個說。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第一步，選型號。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左邊四個按鈕，你要算哪一顆就按哪一顆。這裡我要請各位做一件事：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把「只看英文原文」按下去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。上午我讓對照開著，因為大家第一次讀；現在請各位試試看純原文。真的規格表上不會有中文。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看不懂的單字可以問我，或者按回「原文＋對照」確認一下，但是先自己試。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第二步，找四個數字。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就是上午那四題：垂直視野、對百分之十反射率的測距、解析度、更新率。選完按檢查。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第三步，選情境。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中間下面有三個按鈕：校園接駁、時速二十；河內尖峰、時速四十；國道、時速一百。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第四步，寫結論。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這一步在紙上寫，不在電腦上。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我要看到的不是「夠」或「不夠」兩個字，是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舉例來說，這樣寫才算：「LD-16 在河內尖峰不夠用，因為四十公尺的機車身上只有兩個點，雖然它的測距四十公尺是足夠的。」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這樣寫不算：「LD-16 不好用。」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各位手上那張紙我等一下發。現在先把工具打開，把對照關掉。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第一題，十分鐘。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情境是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校園接駁小巴，時速二十，要在四十公尺外認出行人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請把四個型號都按一次，把判定結果抄在紙上。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我先講你們會看到什麼，這樣卡住的時候心裡有底。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時速二十的煞停距離是四點二公尺，加五公尺餘裕，所以感測器只要看得到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就夠了。這個門檻很低，四顆的測距全部都過。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所以卡住的不會是測距，而是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 在四十公尺的行人身上有八十四個點，過。相機的估距誤差在四十公尺是正負零點五八公尺，也過。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只有六個點，不夠。LD-16 只有一個點，更不夠。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現在我要各位想一題：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為什麼相機在這個情境反而夠用？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因為相機的誤差是隨距離平方長的，四十公尺還算近，誤差只有半公尺多。而且校園裡車速慢，半公尺的誤差不會害你來不及煞車。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在慢速、近距離的場合，便宜的相機就很夠用。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不是愈貴愈好，是看你要在哪裡跑。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十分鐘，開始。卡住的舉手。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第二題，十分鐘。換情境，河內尖峰，時速四十，要在四十公尺外認出機車。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一樣四個型號跑一次。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這一題有一格特別重要，我先講。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在這個情境下，是「不夠」，而且只差一點點。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四十公尺的機車身上九個點，門檻是十個。差一個點。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現在請各位做一件事。在試算結果的上方，有一列小小的選單，寫著「這一顆的兩個數字在規格表上是可以設定的」。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請把左邊那個從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點／圈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改成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 點／圈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改完之後看點數。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九個點變成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，判定從「不夠」變成「夠」。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大家停一下想想這件事。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同一顆光達，沒有多花一毛錢，只是換了一個設定，結論就翻過來了。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這就是上午我講「configurable 這個字很重要」的意思。規格表上有些數字是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，不是固定值。你如果只看廠商標在封面上的那一組數字，就會把一顆其實夠用的感測器排除掉。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不過天下沒有白吃的午餐，所以紙上要寫第三件事：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換這個模式要付什麼代價？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想一想：每一圈的點數加倍，那每一秒送回來的資料量也加倍。車上那台電腦要算得完才行。而且如果你同時想提高轉速，點數又會被分掉。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第三題，十分鐘，最後一題。國道，時速一百，要在一百五十公尺外看到車。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先看煞停距離。工具會算給你：時速一百的煞停距離是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，加五公尺餘裕，所以感測器至少要看到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七十八公尺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七十三公尺是什麼概念？大概是二十層樓那麼高、橫著放。這就是為什麼高速公路上不能跟車太近。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現在四個型號跑一次，各位會看到很有意思的結果。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LD-16 卡在測距。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它只有四十公尺，連門檻的七十八都到不了，直接出局。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也卡在測距。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九十公尺，看起來有過門檻，可是一百五十公尺外的車它根本看不到——目標比它的測距還遠。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相機卡在別的地方。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它的問題不是看不到，是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。一百五十公尺處的估距誤差是正負五點三七公尺。五公尺是什麼概念？大概一台車的長度。你不知道前面那台車是在一百四十五還是一百五十五公尺，這樣沒辦法決定要不要煞車。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 過了。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測距兩百一十公尺，綽綽有餘。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可是請各位看它的點數：一百五十公尺外那台車身上，只剩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十二個點。剛好在門檻上。一台車那麼大的東西，一百五十公尺外只剩十二個點，勉強看得出「那裡有個東西、大概多寬」，要認出是轎車還是貨車就很難了。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到了高速，「測得到遠」和「看得清楚」完全變成兩件事。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測距過關不代表能用。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這句話請寫在紙上，這是今天最重要的一句。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十分鐘，做完把紙交上來。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十分鐘到，紙先留著，我們一起把十二格看成一張表。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 三個情境都過。相機是校園和河內過、國道不過。OS1 校園不過、河內換模式之後過、國道不過。LD-16 一個都沒過。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所以結論很明顯，每一台車都裝 AT128 就好了，對不對？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大家想三秒鐘。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不對，而且理由有三個。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第一，錢。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這一顆的價錢大概是一般相機的幾十倍。一台校園接駁車時速二十，裝這個是浪費。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第二，它只看前面一百二十度。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河內的路口，機車是從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兩側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鑽出來的。AT128 看不到兩側。所以就算你裝了它，還是得再裝別的東西補兩邊——這就回到第三週那張「每一種的弱點，由哪一種來補」的表。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第三，裝不裝得下、電夠不夠。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功耗十三點五瓦、重九百四十公克、尺寸十三公分乘十一公分。一台小車的前保險桿有沒有那個空間？電力系統撐不撐得住？這些在規格表的最後幾行，今天我們沒細講，但真的做車的時候會卡在這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選感測器不是選最好的那一顆，是選一組剛好夠用的。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而「剛好夠用」要對著什麼講？對著你的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——第二週學的那六格，你要在什麼速度、什麼路、什麼天氣下營運。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這句話從第二週講到現在，今天終於可以用真的規格表、真的數字把它算出來。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最後四分鐘，四句是非題。四人一組討論，每題一分鐘。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四句我先唸一次，唸完再開始討論。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第一句：規格表寫「測距 200 公尺」，就表示 200 公尺內的東西都看得到。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第二句：同一顆影像感測器，視野是固定的。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第三句：每秒點數愈大，遠處的人就看得愈清楚。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第四句：兩顆感測器各自都好，合起來就一定好。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我給四個提示詞，分別是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反射率、鏡頭、換算成角度、標定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一分鐘後我公布答案。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，而且每一句錯的方式不一樣。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錯在沒問條件。測距一定要追問是對百分之幾反射率量的。OS1 對白色的東西一百七十公尺，對黑色只剩九十。上午講過，廣告會寫大的那個。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錯在把視野當成晶片的規格。視野是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決定的。同一塊晶片，八公釐的鏡頭看四十二度，三點六公釐的看八十一度。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錯在直接拿點數比大小。每秒點數要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先換算成角度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，再換算成你關心的那個距離上的間距。OS1 每秒兩百六十萬點聽起來很多，可是灑滿三百六十度之後，四十公尺的人身上只剩九個點。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錯在以為感測器是各自獨立的。還有標定和同步兩關：差一度，五十公尺外就差將近一公尺。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這四句話，就是今天三節課的總複習。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紙都交上來了嗎？沒交的現在交。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下週第六週，十月十五日，繼續第三章。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我們把剩下三種感測器的規格表讀完：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毫米波雷達、超音波、還有衛星定位加慣性感測器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我先給各位一個預告，讓大家有心理準備：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雷達的規格表跟今天看的完全不一樣。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它上面沒有「像素」，也沒有「線束數」。它有的是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都卜勒速度解析度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。第三週我們講過雷達可以直接量速度，那個能力在規格表上就寫成一行數字。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兩件事要準備。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第一，把今天這張紙留著。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下週我們會在同一張表上加一欄雷達，直接比較。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第二，上課前把講義 3.4 到 3.6 讀一遍。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那幾節就是雷達和超音波的原理，先看過，上課會輕鬆很多。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今天就到這裡。下課。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94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cho một chiếc xe cụ thể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替一台指定的車選感測器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008479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209647"/>
            <a:ext cx="7132320" cy="612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huống, mỗi người nộp một tờ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四個型號、三個情境，每個人交一張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3 節　2026/10/08（四）11:10–12:00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bước, mỗi bước đều có con số phải chép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四個步驟，每一步都有要抄下來的數字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model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選型號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bảng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Tắt phần dịch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讀規格表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把對照關掉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bốn số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找四個數字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· tầm đo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· tốc độ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視野・測距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解析度・更新率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tình huống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選情境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học · Hà Nội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校園・河內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kết luận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寫結論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Đủ hay không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Tắc ở dòng nào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夠或不夠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卡在哪一行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 mới là phần chấm điểm: «không đủ» mà không nói được tắc ở đâu thì không tính.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步才是計分的地方：只寫「不夠」卻說不出卡在哪，不算。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第一題（10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buýt nhỏ trong trường, 20 km/h. Thử cả bốn model.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校園接駁小巴，時速 20。四個型號都試一次。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lại: model nào «đủ», model nào «không đủ»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抄下來：哪幾顆判定「夠」，哪幾顆「不夠」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model không đủ, chép nguyên dòng màu đỏ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不夠的那幾顆，把紅色那一行整句抄下來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tại sao camera lại đủ ở tình huống này?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想一題：為什麼相機在這個情境反而夠用？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trường chạy chậm, nhìn gần — bài toán dễ nhất trong ba tình huống.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校園裡車速慢、看得近——三個情境裡最好過的一個。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第二題（10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giờ cao điểm Hà Nội, 40 km/h. Bốn model lại làm một lượt.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換成河內尖峰，時速 40。四個型號再做一次。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chỉ thiếu một chút. Mở dòng «configurable» ra xem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只差一點點。把那一行寫著「可設定」的打開看看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1024 → 2048 điểm mỗi vòng, chép lại số điểm mới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把每圈 1024 點改成 2048，抄下新的點數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một câu: đổi chế độ có phải trả giá gì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寫一句：換模式要付什麼代價？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phần cứng, chỉ đổi chế độ, kết luận lật ngược. Đây là chỗ quan trọng nhất hôm nay.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同一個硬體，只換模式，結論就翻過來。這是今天最重要的一格。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第三題（10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tốc, 100 km/h, phải thấy xe ở 150 m. Model nào còn sống sót?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國道，時速 100，要在 150 公尺外看到車。哪一顆還活著？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quãng đường phanh mà công cụ tính ra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抄下工具算出來的煞停距離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tắc ở đâu? LD-16 tắc ở đâu? Hai chỗ khác nhau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相機卡在哪？LD-16 卡在哪？兩個卡的地方不一樣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 qua được, nhưng chỉ còn mấy điểm trên chiếc xe ở 150 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 過了，可是 150 公尺外那台車身上只剩幾個點？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tốc độ cao, «đo được xa» và «nhìn được rõ» tách hẳn ra làm hai chuyện.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到了高速，「測得到遠」和「看得清楚」就完全變成兩件事了。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model nào thắng cả ba tình huống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沒有一顆感測器三個情境都贏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ta vừa làm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我們剛剛做的事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3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 qua cả ba · camera hai · OS1 một · LD-16 không cái nào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 三個都過・相機兩個・OS1 一個・LD-16 都沒過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câu hỏi thật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但真正的問題是……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1566" y="2337984"/>
            <a:ext cx="370332" cy="170353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12292" y="2372054"/>
            <a:ext cx="125913" cy="102212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8077" y="2506937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15533" y="268399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2068" y="278160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2198" y="277361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7518" y="2662163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380191" y="2477118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977" y="2268060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511520" y="209100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714986" y="199339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4855" y="200138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6139536" y="2112834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6246862" y="2297879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3368" y="18836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cứ mua AT128 cho mọi xe là xong?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那每台車都買 AT128 就好了？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Giá, điện, chỗ lắp — và nó chỉ thấy 120° phía trước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價錢、功耗、裝不裝得下——而且它只看前面 120 度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không phải chọn cái tốt nhất, mà là chọn tổ hợp vừa đủ cho ODD của mình.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選感測器不是選最好的那一顆，是選一組剛好夠用的——夠用於你自己的 ODD。</a:t>
            </a:r>
            <a:endParaRPr lang="en-US" sz="1200" dirty="0"/>
          </a:p>
        </p:txBody>
      </p:sp>
      <p:pic>
        <p:nvPicPr>
          <p:cNvPr id="32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nói một câu lý do.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Datasheet ghi «tầm 200 m» thì nghĩa là cái gì ở 200 m cũng thấy.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規格表寫「測距 200 公尺」，就表示 200 公尺內的東西都看得到。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Cùng một cảm biến ảnh thì góc nhìn là cố định.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同一顆影像感測器，視野是固定的。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Số điểm mỗi giây càng lớn thì nhìn người ở xa càng rõ.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每秒點數愈大，遠處的人就看得愈清楚。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Hai cảm biến đều tốt thì ghép lại chắc chắn tốt.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兩顆感測器各自都好，合起來就一定好。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Hỏi: phản xạ bao nhiêu? OS1: trắng 170 m, đen 90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要追問：對什麼反射率？OS1 對白色 170 公尺，對黑色 90。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Góc nhìn do ống kính: 8 mm → 42°, 3,6 mm → 81°.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視野是鏡頭決定的：同一塊晶片，8 mm 是 42 度，3.6 mm 是 81 度。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Điểm mỗi giây phải đổi ra góc mới dùng được.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每秒點數要先換算成角度才能用。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Còn hiệu chuẩn và đồng bộ: 1° ở 50 m là gần 1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還有標定和同步：差 1 度，50 公尺外差將近 1 公尺。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6, 15/10: radar, siêu âm, GNSS và IMU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週，10 月 15 日：雷達、超音波、GNSS 與 IMU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là đọc datasheet — nhưng ba loại này có những dòng hoàn toàn khác.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一樣是讀規格表——但這三種的規格行完全不一樣。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theo: tờ hôm nay. Tuần sau sẽ thêm cột radar vào cùng bảng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要帶：今天這張紙。下週會在同一張表上加一欄雷達。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đọc 3.4–3.6 trong giáo trình trước khi lên lớp.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要做：上課前先讀講義 3.4–3.6。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2026-09-23T02:17:04Z</dcterms:created>
  <dcterms:modified xsi:type="dcterms:W3CDTF">2026-09-23T02:17:04Z</dcterms:modified>
</cp:coreProperties>
</file>