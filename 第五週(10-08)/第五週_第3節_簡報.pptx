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先把工具打開，然後看下一頁的四個步驟。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在四十公尺的行人身上有八十四個點，過。相機的估距誤差在四十公尺是正負零點五八公尺，也過。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 三個情境都過。相機是校園和河內過、國道不過。OS1 校園不過、河內換模式之後過、國道不過。LD-16 一個都沒過。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 就好了，對不對？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 看不到兩側。所以就算你裝了它，還是得再裝別的東西補兩邊——這就回到第三週那張「每一種的弱點，由哪一種來補」的表。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1081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331867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487792"/>
            <a:ext cx="5528250" cy="474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7155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67600" y="230429"/>
            <a:ext cx="6408801" cy="662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17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1730" dirty="0"/>
          </a:p>
        </p:txBody>
      </p:sp>
      <p:sp>
        <p:nvSpPr>
          <p:cNvPr id="3" name="Shape 1"/>
          <p:cNvSpPr/>
          <p:nvPr/>
        </p:nvSpPr>
        <p:spPr>
          <a:xfrm>
            <a:off x="1367600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00466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00466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80" dirty="0"/>
          </a:p>
        </p:txBody>
      </p:sp>
      <p:sp>
        <p:nvSpPr>
          <p:cNvPr id="6" name="Text 4"/>
          <p:cNvSpPr txBox="1"/>
          <p:nvPr/>
        </p:nvSpPr>
        <p:spPr>
          <a:xfrm>
            <a:off x="1468412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68412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2807780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23807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6673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56673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80" dirty="0"/>
          </a:p>
        </p:txBody>
      </p:sp>
      <p:sp>
        <p:nvSpPr>
          <p:cNvPr id="12" name="Text 10"/>
          <p:cNvSpPr txBox="1"/>
          <p:nvPr/>
        </p:nvSpPr>
        <p:spPr>
          <a:xfrm>
            <a:off x="3124619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24619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830" dirty="0"/>
          </a:p>
        </p:txBody>
      </p:sp>
      <p:sp>
        <p:nvSpPr>
          <p:cNvPr id="14" name="Text 12"/>
          <p:cNvSpPr txBox="1"/>
          <p:nvPr/>
        </p:nvSpPr>
        <p:spPr>
          <a:xfrm>
            <a:off x="4463987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0014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880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880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4780826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80826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6120194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36221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69087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69087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80" dirty="0"/>
          </a:p>
        </p:txBody>
      </p:sp>
      <p:sp>
        <p:nvSpPr>
          <p:cNvPr id="24" name="Text 22"/>
          <p:cNvSpPr txBox="1"/>
          <p:nvPr/>
        </p:nvSpPr>
        <p:spPr>
          <a:xfrm>
            <a:off x="6437033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37033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1367600" y="3153994"/>
            <a:ext cx="6408801" cy="44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9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98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57961" y="100813"/>
            <a:ext cx="648081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710" dirty="0"/>
          </a:p>
        </p:txBody>
      </p:sp>
      <p:sp>
        <p:nvSpPr>
          <p:cNvPr id="30" name="Text 26"/>
          <p:cNvSpPr txBox="1"/>
          <p:nvPr/>
        </p:nvSpPr>
        <p:spPr>
          <a:xfrm>
            <a:off x="1727645" y="100813"/>
            <a:ext cx="1584198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396093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513659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535702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432832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02204" y="1969226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086791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08835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05965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02204" y="2542359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59924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81968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79098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02204" y="3144883"/>
            <a:ext cx="6466114" cy="36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được, nhưng chỉ còn mấy điểm trên chiếc xe ở 150 m?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過了，可是 150 公尺外那台車身上只剩幾個點？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132868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987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840" dirty="0"/>
          </a:p>
        </p:txBody>
      </p:sp>
      <p:sp>
        <p:nvSpPr>
          <p:cNvPr id="5" name="Text 3"/>
          <p:cNvSpPr txBox="1"/>
          <p:nvPr/>
        </p:nvSpPr>
        <p:spPr>
          <a:xfrm>
            <a:off x="1459870" y="1472249"/>
            <a:ext cx="2580080" cy="451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150" dirty="0"/>
          </a:p>
        </p:txBody>
      </p:sp>
      <p:sp>
        <p:nvSpPr>
          <p:cNvPr id="6" name="Text 4"/>
          <p:cNvSpPr txBox="1"/>
          <p:nvPr/>
        </p:nvSpPr>
        <p:spPr>
          <a:xfrm>
            <a:off x="1459870" y="1953281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920" dirty="0"/>
          </a:p>
        </p:txBody>
      </p:sp>
      <p:sp>
        <p:nvSpPr>
          <p:cNvPr id="7" name="Text 5"/>
          <p:cNvSpPr txBox="1"/>
          <p:nvPr/>
        </p:nvSpPr>
        <p:spPr>
          <a:xfrm>
            <a:off x="145987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 qua cả ba · camera hai · OS1 một · LD-16 không cái nào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 三個都過・相機兩個・OS1 一個・LD-16 都沒過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65889" y="1829378"/>
            <a:ext cx="612222" cy="23322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7286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0405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5448425" y="1863525"/>
            <a:ext cx="295179" cy="135782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560593" y="1890681"/>
            <a:ext cx="100361" cy="8147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899971" y="19981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802296" y="213931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640121" y="2217117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56900" y="221074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301727" y="212191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6181" y="1974424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223184" y="18077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320858" y="16666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3034" y="158886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6254" y="1595233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5821428" y="16840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06974" y="183155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07807" y="1501402"/>
            <a:ext cx="1676323" cy="58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 cho mọi xe là xong?</a:t>
            </a:r>
            <a:endParaRPr lang="en-US" sz="10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 就好了？</a:t>
            </a:r>
            <a:endParaRPr lang="en-US" sz="1040" dirty="0"/>
          </a:p>
        </p:txBody>
      </p:sp>
      <p:sp>
        <p:nvSpPr>
          <p:cNvPr id="28" name="Text 26"/>
          <p:cNvSpPr txBox="1"/>
          <p:nvPr/>
        </p:nvSpPr>
        <p:spPr>
          <a:xfrm>
            <a:off x="510405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96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396093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513659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535702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432832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02204" y="1969226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086791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08835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05965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02204" y="2542359"/>
            <a:ext cx="6539593" cy="499654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59924"/>
            <a:ext cx="264523" cy="26452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81968"/>
            <a:ext cx="26452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79098"/>
            <a:ext cx="5863590" cy="440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02204" y="3144883"/>
            <a:ext cx="6466114" cy="36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8317" y="-1097698"/>
            <a:ext cx="3366274" cy="336627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26015" y="1683137"/>
            <a:ext cx="1902677" cy="1902677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15495" y="380535"/>
            <a:ext cx="5415311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15495" y="658619"/>
            <a:ext cx="6439829" cy="8488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15495" y="1419690"/>
            <a:ext cx="36590" cy="409807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91127" y="1390418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15495" y="1990493"/>
            <a:ext cx="36590" cy="40980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91127" y="1961221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15495" y="2561296"/>
            <a:ext cx="36590" cy="409807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91127" y="2532024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1315495" y="3132099"/>
            <a:ext cx="36590" cy="40980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91127" y="3102827"/>
            <a:ext cx="6293470" cy="4976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080" dirty="0"/>
          </a:p>
        </p:txBody>
      </p:sp>
      <p:sp>
        <p:nvSpPr>
          <p:cNvPr id="15" name="Text 12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25484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396093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571750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54235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2026-09-24T08:27:26Z</dcterms:created>
  <dcterms:modified xsi:type="dcterms:W3CDTF">2026-09-24T08:27:26Z</dcterms:modified>
</cp:coreProperties>
</file>