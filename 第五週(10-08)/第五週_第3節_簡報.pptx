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先把工具打開，然後看下一頁的四個步驟。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在四十公尺的行人身上有八十四個點，過。相機的估距誤差在四十公尺是正負零點五八公尺，也過。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三個情境都過。相機是校園和河內過、國道不過。OS1 校園不過、河內換模式之後過、國道不過。LD-16 一個都沒過。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 就好了，對不對？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 看不到兩側。所以就算你裝了它，還是得再裝別的東西補兩邊——這就回到第三週那張「每一種的弱點，由哪一種來補」的表。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錯在直接拿點數比大小。每秒點數要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，再換算成你關心的那個距離上的間距。OS1 每秒兩百六十萬點聽起來很多，可是灑滿三百六十度之後，四十公尺的人身上只剩九個點。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Số điểm mỗi giây càng lớn thì nhìn người ở xa càng rõ.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每秒點數愈大，遠處的人就看得愈清楚。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Điểm mỗi giây phải đổi ra góc mới dùng được.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每秒點數要先換算成角度才能用。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2026-10-02T03:46:19Z</dcterms:created>
  <dcterms:modified xsi:type="dcterms:W3CDTF">2026-10-02T03:46:19Z</dcterms:modified>
</cp:coreProperties>
</file>