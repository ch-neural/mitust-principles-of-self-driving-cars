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1081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98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96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8317" y="-1097698"/>
            <a:ext cx="3366274" cy="336627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26015" y="1683137"/>
            <a:ext cx="1902677" cy="1902677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15495" y="380535"/>
            <a:ext cx="5415311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15495" y="658619"/>
            <a:ext cx="6439829" cy="848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15495" y="1419690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91127" y="1390418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15495" y="1990493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91127" y="1961221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15495" y="2561296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91127" y="2532024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1315495" y="3132099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91127" y="3102827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571750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54235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2026-09-24T08:18:50Z</dcterms:created>
  <dcterms:modified xsi:type="dcterms:W3CDTF">2026-09-24T08:18:50Z</dcterms:modified>
</cp:coreProperties>
</file>