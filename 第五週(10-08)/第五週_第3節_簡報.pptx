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第三節開場。整節上機，四個型號乘三個情境，每人交一張。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圈主標「替一台指定的車選感測器」。說明今天交的是自己的判斷，不是抄答案。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，每個人交一張紙。下課前交。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先把工具打開，然後看下一頁的四個步驟。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交代四個步驟與每一步要抄下來的數字。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圈「每一步都有要抄下來的數字」。強調沒抄數字就等於沒做。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這一步在紙上寫，不在電腦上。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各位手上那張紙我等一下發。現在先把工具打開，把對照關掉。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第一題：校園接駁，時速 20。四個型號都試一次，先建立基準。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圈情境條件裡的時速與目標大小。這一題多數型號都會過，重點是熟悉流程。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請把四個型號都按一次，把判定結果抄在紙上。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在四十公尺的行人身上有八十四個點，過。相機的估距誤差在四十公尺是正負零點五八公尺，也過。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第二題：河內尖峰，時速 40。這一題會出現翻盤，是今天的亮點。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OS1 那一列的點數判定。等他們卡住之後，再提示規格表上那行「可設定」。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不過天下沒有白吃的午餐，所以紙上要寫第三件事：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第三題：國道，時速 100，150 公尺外要看到車。測距夠不等於看得清。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圈測距那一欄與點數那一欄，讓他們看到一個過、一個不過。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這句話請寫在紙上，這是今天最重要的一句。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十分鐘，做完把紙交上來。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把十二格合成一張表，得出結論：沒有一顆三個情境都贏。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把三個情境各自的贏家圈起來，指出它們不是同一顆。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十分鐘到，紙先留著，我們一起把十二格看成一張表。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三個情境都過。相機是校園和河內過、國道不過。OS1 校園不過、河內換模式之後過、國道不過。LD-16 一個都沒過。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四句是非題，當作本章總複習。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一句一句圈，每句給一分鐘先表態。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四句依序圈，每一句都回到今天自己抄下來的數字，不要只講道理。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錯在直接拿點數比大小。每秒點數要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，再換算成你關心的那個距離上的間距。OS1 每秒兩百六十萬點聽起來很多，可是灑滿三百六十度之後，四十公尺的人身上只剩九個點。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紙都交上來了嗎？沒交的現在交。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下週預告：雷達、超音波、GNSS 與 IMU 的規格判讀。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圈下週的四種感測器，說明同一支工具會再加型號。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第一，把今天這張紙留著。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kết luận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寫結論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hay không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Tắc ở dòng nào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夠或不夠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卡在哪一行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Số điểm mỗi giây càng lớn thì nhìn người ở xa càng rõ.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每秒點數愈大，遠處的人就看得愈清楚。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Điểm mỗi giây phải đổi ra góc mới dùng được.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每秒點數要先換算成角度才能用。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要帶：今天這張紙。下週會在同一張表上加一欄雷達。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2026-10-02T04:40:09Z</dcterms:created>
  <dcterms:modified xsi:type="dcterms:W3CDTF">2026-10-02T04:40:09Z</dcterms:modified>
</cp:coreProperties>
</file>