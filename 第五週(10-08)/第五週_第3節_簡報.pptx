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判讀台上有第四個分頁，叫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四選一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，不用自己打字。但是選項裡有陷阱：裡面有一句只寫「OS1 不好用」，也有一句把卡住的地方講錯——說它卡在測距，其實測距九十公尺是夠的，卡住的是點數。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要選的是那句把『卡在哪一行』講對的。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我提醒四件事。第一，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，切去別的分頁查規格、再切回來，填過的都還在。第三，十二格不用手抄——在試算那一頁按「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記進作業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」就會自動填進去，填錯還是可以自己改。第四，全部做完按「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請把四個型號都按一次。每按完一個，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判定底下有一顆「記進作業」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，按下去那一格就填好了，不用自己切到作業分頁去抄。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這裡講清楚一件事，免得各位找錯地方：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右邊的小工具②也可以把每圈點數拉到 2048，也會看到九個點變十八個——可是那一區只是示範，不會改判定。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作業第二題要的是判定，所以一定要在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試算這一邊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改。改完之後，判定底下那顆按鈕會自己變成「記進作業第二題」，按下去就填好了；十二格那一題不會被動到，因為那一題問的是預設模式。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不過天下沒有白吃的午餐，所以作業分頁第二題還要你寫：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這句話請填在作業分頁的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tab «Bài nộp»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填在「作業」分頁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sau: chọn đúng hay sai, rồi chọn một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下面四句話。選對或錯，再選一個理由。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2026-10-04T06:03:53Z</dcterms:created>
  <dcterms:modified xsi:type="dcterms:W3CDTF">2026-10-04T06:03:53Z</dcterms:modified>
</cp:coreProperties>
</file>