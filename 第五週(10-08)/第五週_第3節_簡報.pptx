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整節都要用這個工具。先確定每個人都打開得了，而且知道答案要填在「作業」分頁。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等全班舉手說打開了再往下。打不開的人先兩人共用一台，不要卡住。順便圈右上角的語言鈕和「只看英文原文」。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這一節整節都在用這個網頁，所以先花兩分鐘，確定每個人都打開得了。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上一節下課前各位應該都還開著。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分頁還留著的人直接切回去，不要重開。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關掉的人兩個方法：手機相機對準右邊這個 QR，或者照左邊那串網址打。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網址和第一節的完全一樣，沒有換過。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打開了的人舉手讓我看一下。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……還沒開的，先跟旁邊的同學共用一台，不要卡在這裡，等一下我再過去看。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打開之後先確認三件事。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，右上角那個語言鈕——要看越南文的現在就切。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，「只看英文原文」這個按鈕，這一節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要按下去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：今天是要各位讀真的規格表，不是讀翻譯。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，往最後拉，有一個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「作業」分頁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，今天的答案全部填在那裡，不是寫在紙上。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請各位現在就點進「作業」分頁看一眼：裡面有姓名、學號，還有三個情境的欄位。等一下每做完一題就回來填。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姓名學號現在先填好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，不然等一下截圖我認不出是誰。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最後講一句：這個網頁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下課以後還會在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，網址抄起來，回家可以再練。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」就會自動填進去，填錯還是可以自己改。第四，全部做完按「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四個步驟講完了。第一題在下一張。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這裡講清楚一件事，免得各位找錯地方：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右邊的小工具②也可以把每圈點數拉到 2048，也會看到九個點變十八個——可是那一區只是示範，不會改判定。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作業第二題要的是判定，所以一定要在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試算這一邊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改。改完之後，判定底下那顆按鈕會自己變成「記進作業第二題」，按下去就填好了；十二格那一題不會被動到，因為那一題問的是預設模式。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lại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再打開一次規格判讀台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trang tiết 1 đã mở, địa chỉ không đổi — còn tab thì chuyển thẳng qua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就是第一節開過的那一個，網址沒變——分頁還在的人直接切回去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trên bên phải đổi được sang tiếng Việt; tiết này phải bật «chỉ tiếng 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右上角可以切越南文；「只看英文原文」這一節要按下去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332758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3419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9618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điền ở tab «Bài nộp» cuối cùng, không viết ra giấy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答案填在最後那個「作業」分頁，不是寫在紙上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không mở được thì giơ tay — tạm hai người dùng chung một máy, đừng kẹt ở đây.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打不開的人舉手——先兩個人共用一台，不要卡在這裡。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2026-10-06T04:01:29Z</dcterms:created>
  <dcterms:modified xsi:type="dcterms:W3CDTF">2026-10-06T04:01:29Z</dcterms:modified>
</cp:coreProperties>
</file>