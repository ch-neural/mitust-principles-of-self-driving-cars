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先把工具打開，然後看下一頁的四個步驟。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在四十公尺的行人身上有八十四個點，過。相機的估距誤差在四十公尺是正負零點五八公尺，也過。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三個情境都過。相機是校園和河內過、國道不過。OS1 校園不過、河內換模式之後過、國道不過。LD-16 一個都沒過。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 就好了，對不對？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 看不到兩側。所以就算你裝了它，還是得再裝別的東西補兩邊——這就回到第三週那張「每一種的弱點，由哪一種來補」的表。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錯在直接拿點數比大小。每秒點數要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，再換算成你關心的那個距離上的間距。OS1 每秒兩百六十萬點聽起來很多，可是灑滿三百六十度之後，四十公尺的人身上只剩九個點。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883806"/>
            <a:ext cx="4936051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1143598"/>
            <a:ext cx="5325739" cy="990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4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241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2410" dirty="0"/>
          </a:p>
        </p:txBody>
      </p:sp>
      <p:sp>
        <p:nvSpPr>
          <p:cNvPr id="6" name="Shape 4"/>
          <p:cNvSpPr/>
          <p:nvPr/>
        </p:nvSpPr>
        <p:spPr>
          <a:xfrm>
            <a:off x="1681812" y="2163355"/>
            <a:ext cx="974221" cy="29227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81812" y="2306241"/>
            <a:ext cx="5065947" cy="4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0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1681812" y="2793278"/>
            <a:ext cx="4221622" cy="272782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772740" y="2825752"/>
            <a:ext cx="4039768" cy="207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681812" y="3131008"/>
            <a:ext cx="4936051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1577895" y="247315"/>
            <a:ext cx="1571743" cy="532574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1812" y="364222"/>
            <a:ext cx="1363909" cy="301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34326"/>
            <a:ext cx="5780375" cy="59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15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1560" dirty="0"/>
          </a:p>
        </p:txBody>
      </p:sp>
      <p:sp>
        <p:nvSpPr>
          <p:cNvPr id="3" name="Shape 1"/>
          <p:cNvSpPr/>
          <p:nvPr/>
        </p:nvSpPr>
        <p:spPr>
          <a:xfrm>
            <a:off x="1681812" y="831848"/>
            <a:ext cx="1298961" cy="193545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2428" y="961744"/>
            <a:ext cx="337730" cy="33773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162428" y="1033187"/>
            <a:ext cx="337730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70" dirty="0"/>
          </a:p>
        </p:txBody>
      </p:sp>
      <p:sp>
        <p:nvSpPr>
          <p:cNvPr id="6" name="Text 4"/>
          <p:cNvSpPr txBox="1"/>
          <p:nvPr/>
        </p:nvSpPr>
        <p:spPr>
          <a:xfrm>
            <a:off x="1772740" y="1364422"/>
            <a:ext cx="1117106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9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1772740" y="1858027"/>
            <a:ext cx="1117106" cy="83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2980773" y="1481328"/>
            <a:ext cx="194844" cy="259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175617" y="831848"/>
            <a:ext cx="1298961" cy="193545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6233" y="961744"/>
            <a:ext cx="337730" cy="33773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6233" y="1033187"/>
            <a:ext cx="337730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70" dirty="0"/>
          </a:p>
        </p:txBody>
      </p:sp>
      <p:sp>
        <p:nvSpPr>
          <p:cNvPr id="12" name="Text 10"/>
          <p:cNvSpPr txBox="1"/>
          <p:nvPr/>
        </p:nvSpPr>
        <p:spPr>
          <a:xfrm>
            <a:off x="3266544" y="1364422"/>
            <a:ext cx="1117106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9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990" dirty="0"/>
          </a:p>
        </p:txBody>
      </p:sp>
      <p:sp>
        <p:nvSpPr>
          <p:cNvPr id="13" name="Text 11"/>
          <p:cNvSpPr txBox="1"/>
          <p:nvPr/>
        </p:nvSpPr>
        <p:spPr>
          <a:xfrm>
            <a:off x="3266544" y="1858027"/>
            <a:ext cx="1117106" cy="83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4474578" y="1481328"/>
            <a:ext cx="194844" cy="259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669422" y="831848"/>
            <a:ext cx="1298961" cy="193545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50038" y="961744"/>
            <a:ext cx="337730" cy="33773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150038" y="1033187"/>
            <a:ext cx="337730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4760349" y="1364422"/>
            <a:ext cx="1117106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9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990" dirty="0"/>
          </a:p>
        </p:txBody>
      </p:sp>
      <p:sp>
        <p:nvSpPr>
          <p:cNvPr id="19" name="Text 17"/>
          <p:cNvSpPr txBox="1"/>
          <p:nvPr/>
        </p:nvSpPr>
        <p:spPr>
          <a:xfrm>
            <a:off x="4760349" y="1858027"/>
            <a:ext cx="1117106" cy="83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968383" y="1481328"/>
            <a:ext cx="194844" cy="259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63227" y="831848"/>
            <a:ext cx="1298961" cy="193545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43842" y="961744"/>
            <a:ext cx="337730" cy="33773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3842" y="1033187"/>
            <a:ext cx="337730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70" dirty="0"/>
          </a:p>
        </p:txBody>
      </p:sp>
      <p:sp>
        <p:nvSpPr>
          <p:cNvPr id="24" name="Text 22"/>
          <p:cNvSpPr txBox="1"/>
          <p:nvPr/>
        </p:nvSpPr>
        <p:spPr>
          <a:xfrm>
            <a:off x="6254154" y="1364422"/>
            <a:ext cx="1117106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9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990" dirty="0"/>
          </a:p>
        </p:txBody>
      </p:sp>
      <p:sp>
        <p:nvSpPr>
          <p:cNvPr id="25" name="Text 23"/>
          <p:cNvSpPr txBox="1"/>
          <p:nvPr/>
        </p:nvSpPr>
        <p:spPr>
          <a:xfrm>
            <a:off x="6254154" y="1858027"/>
            <a:ext cx="1117106" cy="83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7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1681812" y="2871216"/>
            <a:ext cx="5780375" cy="402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8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89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640" dirty="0"/>
          </a:p>
        </p:txBody>
      </p:sp>
      <p:sp>
        <p:nvSpPr>
          <p:cNvPr id="30" name="Text 26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260505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364422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383906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292979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767099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871016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890501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799573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273694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377611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397095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306168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806268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362092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46600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485493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394566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868686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972603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992087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901160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375281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47919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498682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407755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907855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362092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46600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485493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394566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868686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972603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992087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901160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375281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47919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498682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407755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được, nhưng chỉ còn mấy điểm trên chiếc xe ở 150 m?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過了，可是 150 公尺外那台車身上只剩幾個點？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907855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34326"/>
            <a:ext cx="5780375" cy="59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15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1560" dirty="0"/>
          </a:p>
        </p:txBody>
      </p:sp>
      <p:sp>
        <p:nvSpPr>
          <p:cNvPr id="3" name="Shape 1"/>
          <p:cNvSpPr/>
          <p:nvPr/>
        </p:nvSpPr>
        <p:spPr>
          <a:xfrm>
            <a:off x="1681812" y="961744"/>
            <a:ext cx="2532973" cy="1597722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798719" y="1052671"/>
            <a:ext cx="2299161" cy="233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7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7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67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798719" y="1338442"/>
            <a:ext cx="2299161" cy="40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1920" dirty="0"/>
          </a:p>
        </p:txBody>
      </p:sp>
      <p:sp>
        <p:nvSpPr>
          <p:cNvPr id="6" name="Text 4"/>
          <p:cNvSpPr txBox="1"/>
          <p:nvPr/>
        </p:nvSpPr>
        <p:spPr>
          <a:xfrm>
            <a:off x="1798719" y="1767099"/>
            <a:ext cx="2299161" cy="28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8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820" dirty="0"/>
          </a:p>
        </p:txBody>
      </p:sp>
      <p:sp>
        <p:nvSpPr>
          <p:cNvPr id="7" name="Text 5"/>
          <p:cNvSpPr txBox="1"/>
          <p:nvPr/>
        </p:nvSpPr>
        <p:spPr>
          <a:xfrm>
            <a:off x="1798719" y="2169777"/>
            <a:ext cx="2299161" cy="28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71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cả ba · camera hai · OS1 một · LD-16 không cái nào</a:t>
            </a:r>
            <a:endParaRPr lang="en-US" sz="71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64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三個都過・相機兩個・OS1 一個・LD-16 都沒過</a:t>
            </a:r>
            <a:endParaRPr lang="en-US" sz="710" dirty="0"/>
          </a:p>
        </p:txBody>
      </p:sp>
      <p:sp>
        <p:nvSpPr>
          <p:cNvPr id="8" name="Shape 6"/>
          <p:cNvSpPr/>
          <p:nvPr/>
        </p:nvSpPr>
        <p:spPr>
          <a:xfrm>
            <a:off x="4299218" y="1656688"/>
            <a:ext cx="545564" cy="207834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429114" y="1617719"/>
            <a:ext cx="285771" cy="285771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29114" y="1617719"/>
            <a:ext cx="285771" cy="285771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29214" y="961744"/>
            <a:ext cx="2532973" cy="1597722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46121" y="1052671"/>
            <a:ext cx="2299161" cy="233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7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7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67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353000" y="1687116"/>
            <a:ext cx="263040" cy="120998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452955" y="1711315"/>
            <a:ext cx="89433" cy="72599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755382" y="1807120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8341" y="1932879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523824" y="2002209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0552" y="1996534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222274" y="1917374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146042" y="1785940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152282" y="1637450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239323" y="1511692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383840" y="1442361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547112" y="1448036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5685390" y="1527196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1622" y="1658630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51476" y="1364422"/>
            <a:ext cx="1493805" cy="51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 cho mọi xe là xong?</a:t>
            </a:r>
            <a:endParaRPr lang="en-US" sz="92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 就好了？</a:t>
            </a:r>
            <a:endParaRPr lang="en-US" sz="920" dirty="0"/>
          </a:p>
        </p:txBody>
      </p:sp>
      <p:sp>
        <p:nvSpPr>
          <p:cNvPr id="28" name="Text 26"/>
          <p:cNvSpPr txBox="1"/>
          <p:nvPr/>
        </p:nvSpPr>
        <p:spPr>
          <a:xfrm>
            <a:off x="5046121" y="2169777"/>
            <a:ext cx="2299161" cy="28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71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71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64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710" dirty="0"/>
          </a:p>
        </p:txBody>
      </p:sp>
      <p:sp>
        <p:nvSpPr>
          <p:cNvPr id="29" name="Shape 27"/>
          <p:cNvSpPr/>
          <p:nvPr/>
        </p:nvSpPr>
        <p:spPr>
          <a:xfrm>
            <a:off x="1681812" y="2806268"/>
            <a:ext cx="5780375" cy="428657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811708" y="2851732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8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7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85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640" dirty="0"/>
          </a:p>
        </p:txBody>
      </p:sp>
      <p:sp>
        <p:nvSpPr>
          <p:cNvPr id="34" name="Text 30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260505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364422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383906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292979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767099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871016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890501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799573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273694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377611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397095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306168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Số điểm mỗi giây càng lớn thì nhìn người ở xa càng rõ.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每秒點數愈大，遠處的人就看得愈清楚。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806268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611024"/>
            <a:ext cx="5715427" cy="75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17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1780" dirty="0"/>
          </a:p>
        </p:txBody>
      </p:sp>
      <p:sp>
        <p:nvSpPr>
          <p:cNvPr id="6" name="Shape 4"/>
          <p:cNvSpPr/>
          <p:nvPr/>
        </p:nvSpPr>
        <p:spPr>
          <a:xfrm>
            <a:off x="1681812" y="1286484"/>
            <a:ext cx="32474" cy="363709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37688" y="1260505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681812" y="1793079"/>
            <a:ext cx="32474" cy="363709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37688" y="1767099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681812" y="2299673"/>
            <a:ext cx="32474" cy="363709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37688" y="2273694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Điểm mỗi giây phải đổi ra góc mới dùng được.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每秒點數要先換算成角度才能用。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1681812" y="2806268"/>
            <a:ext cx="32474" cy="363709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837688" y="2780289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960" dirty="0"/>
          </a:p>
        </p:txBody>
      </p:sp>
      <p:sp>
        <p:nvSpPr>
          <p:cNvPr id="15" name="Text 12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640" dirty="0"/>
          </a:p>
        </p:txBody>
      </p:sp>
      <p:sp>
        <p:nvSpPr>
          <p:cNvPr id="16" name="Text 13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611024"/>
            <a:ext cx="5715427" cy="75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17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1780" dirty="0"/>
          </a:p>
        </p:txBody>
      </p:sp>
      <p:sp>
        <p:nvSpPr>
          <p:cNvPr id="6" name="Shape 4"/>
          <p:cNvSpPr/>
          <p:nvPr/>
        </p:nvSpPr>
        <p:spPr>
          <a:xfrm>
            <a:off x="1681812" y="1286484"/>
            <a:ext cx="32474" cy="363709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37688" y="1260505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681812" y="1793079"/>
            <a:ext cx="32474" cy="363709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37688" y="1767099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681812" y="2299673"/>
            <a:ext cx="32474" cy="363709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37688" y="2273694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640" dirty="0"/>
          </a:p>
        </p:txBody>
      </p:sp>
      <p:sp>
        <p:nvSpPr>
          <p:cNvPr id="14" name="Text 11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2026-09-24T08:12:45Z</dcterms:created>
  <dcterms:modified xsi:type="dcterms:W3CDTF">2026-09-24T08:12:45Z</dcterms:modified>
</cp:coreProperties>
</file>