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，每個人交一份。不用紙——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在判讀台上作答，做完截圖上傳 LINE 群組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這一節整節都在用這個網頁，所以先花兩分鐘，確定每個人都打開得了。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上一節下課前各位應該都還開著。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分頁還留著的人直接切回去，不要重開。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關掉的人兩個方法：手機相機對準右邊這個 QR，或者照左邊那串網址打。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網址和第一節的完全一樣，沒有換過。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我等全班。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打開了的人舉手讓我看一下。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……還沒開的，先跟旁邊的同學共用一台，不要卡在這裡，等一下我再過去看。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打開之後先確認三件事。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，右上角那個語言鈕——要看越南文的現在就切。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，「只看英文原文」這個按鈕，這一節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要按下去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：今天是要各位讀真的規格表，不是讀翻譯。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，往最後拉，有一個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「作業」分頁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，今天的答案全部填在那裡，不是寫在紙上。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請各位現在就點進「作業」分頁看一眼：裡面有姓名、學號，還有三個情境的欄位。等一下每做完一題就回來填。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姓名學號現在先填好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，不然等一下截圖我認不出是誰。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最後講一句：這個網頁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下課以後還會在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，網址抄起來，回家可以再練。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第一步，選情境。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看畫面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最上面那一條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，一直釘在那裡，捲到哪都看得到。三個按鈕：校園接駁、時速二十；河內尖峰、時速四十；國道、時速一百。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一題只要選一次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——選好了就不要再動它，等一下四顆型號都用同一個情境。旁邊會跟著印出這個情境的煞停距離和門檻，那就是等一下判定在比的數字。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第二步，選型號。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判定那一塊的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有一排四顆按鈕，你要算哪一顆就按哪一顆，不用跑回左邊。情境固定、型號輪四顆——這就是今天每一題要做的事。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第三步，找四個數字、看判定。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四題還是上午那四個：垂直視野、對百分之十反射率的測距、解析度、更新率，選完按檢查。這裡我要請各位做一件事：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。上午我讓對照開著，因為大家第一次讀；現在請各位試試看純原文，真的規格表上不會有中文。看不懂的單字可以問我，或者按回「原文＋對照」確認一下，但是先自己試。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判讀台上有第四個分頁，叫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，整份就在那裡填。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四選一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，不用自己打字。但是選項裡有陷阱：裡面有一句只寫「OS1 不好用」，也有一句把卡住的地方講錯——說它卡在測距，其實測距九十公尺是夠的，卡住的是點數。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要選的是那句把『卡在哪一行』講對的。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我提醒四件事。第一，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先把姓名和學號填上去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，不然截圖我認不出是誰。第二，答案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存在你自己的手機裡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，切去別的分頁查規格、再切回來，填過的都還在。第三，十二格不用手抄——在試算那一頁按「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記進作業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」就會自動填進去，按鈕下面還會告訴各位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十二格已經記了幾格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，填錯還是可以自己改。第四，全部做完按「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產生作答單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」，它會整理成一張乾淨的卡片，截那一張就好。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四個步驟講完了。第一題在下一張。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請把四個型號都按一次。每按完一個，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判定底下有一顆「記進作業」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，按下去那一格就填好了，不用自己切到作業分頁去抄。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這裡講清楚一件事，免得各位找錯地方：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右邊的小工具②也可以把每圈點數拉到 2048，也會看到九個點變十八個——可是那一區只是示範，不會改判定。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作業第二題要的是判定，所以一定要在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試算這一邊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改。改完之後，判定底下那顆按鈕會自己變成「記進作業第二題」，按下去就填好了；十二格那一題不會被動到，因為那一題問的是預設模式。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不過天下沒有白吃的午餐，所以作業分頁第二題還要你寫：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這句話請填在作業分頁的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結論句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那一格，這是今天最重要的一句。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十分鐘，做完按「產生作答單」，截圖傳到 LINE 群組。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十分鐘到，先別急著傳，我們一起把十二格看成一張表。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錯在拿兩顆不同的光達直接比點數。OS1 每秒兩百六十萬點，AT128P 只有一百五十萬，可是四十公尺的目標上，OS1 只有九個點、AT128P 有一百二十一個——因為 OS1 把點灑滿三百六十度。每秒點數要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這裡要跟第一節第十二張分清楚：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光達從 1024 切到 2048，點數加倍、確實看得比較清楚，那是對的。錯的是拿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兩顆不同的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光達比點數大小。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作答單都傳上來了嗎？還沒傳的現在傳。記得先確認姓名有填到。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第一，把今天那張作答單的截圖留著。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lại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再打開一次規格判讀台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trang tiết 1 đã mở, địa chỉ không đổi — còn tab thì chuyển thẳng qua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就是第一節開過的那一個，網址沒變——分頁還在的人直接切回去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745371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754515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708795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trên bên phải đổi được sang tiếng Việt; tiết này phải bật «chỉ tiếng Anh»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右上角可以切越南文；「只看英文原文」這一節要按下去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332758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34190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296182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điền ở tab «Bài nộp» cuối cùng, không viết ra giấy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答案填在最後那個「作業」分頁，不是寫在紙上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không mở được thì giơ tay — tạm hai người dùng chung một máy, đừng kẹt ở đây.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打不開的人舉手——先兩個人共用一台，不要卡在這裡。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thanh trên cùng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câu chỉ chọn một lần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在最上面那一條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一題只要選一次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nút trên kết luận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lần lượt bốn cái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判定上方那一排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四顆輪一遍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bảng, 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 · 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讀規格表，把對照關掉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視野・測距・解析度・更新率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&amp; nộp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作答與上傳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Điền ở tab «Bài nộp»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Tạo phiếu → chụp → LINE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填在「作業」分頁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產生作答單→截圖→LINE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sau: chọn đúng hay sai, rồi chọn một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下面四句話。選對或錯，再選一個理由。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So hai lidar: con nào số điểm mỗi giây lớn hơn thì chắc chắn nhìn người ở xa rõ hơn.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兩顆光達比每秒點數，點數大的那顆，遠處的人一定看得比較清楚。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OS1 nhiều điểm/giây hơn AT128P, nhưng ở 40 m lại ít điểm hơn hẳn.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OS1 每秒點數比 AT128P 多，40 公尺的目標上卻少很多。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作答單的截圖留著。下週會在同一張表上加一欄雷達。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2026-10-06T13:25:32Z</dcterms:created>
  <dcterms:modified xsi:type="dcterms:W3CDTF">2026-10-06T13:25:32Z</dcterms:modified>
</cp:coreProperties>
</file>