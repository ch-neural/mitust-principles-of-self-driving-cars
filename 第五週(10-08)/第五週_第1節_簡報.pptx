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在左邊真表上圈三行：Vertical Resolution、Field of View、Range（10%）。每圈一行停一下，對到右邊那個滑桿。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AT128P。同樣是光達，但把點集中在前方 120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圈左表 Horizontal FOV 的 120°，再翻回上一張圈 OS1 的 360°，兩個數字對著看。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，AT128P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Rotation Rate 那一行的 10 or 20 Hz，再圈上面換算出來的 100 毫秒與 1.1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 Lidar Operating Modes 的三行，特別圈 x 1024 與 x 2048，再現場切一次模式給他們看。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百分之八十是很亮、很會反光的東西——白色的車、反光背心、標誌牌。百分之十是深色、吃光的東西——黑色的車、深色的雨衣、柏油路面。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沒寫就是警訊。好的規格表會把兩個都寫出來，像 OS1 這樣——這其實是一家廠商誠不誠實的指標。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80142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4630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thanh «số tia» tuần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就是上週那條「射線數」滑桿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18428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«góc quét», nhưng nó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就是「張角」，只是它轉一整圈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«chiều dài tia» — đo với vật 10%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就是「射線長度」。注意是對 10% 量的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áo phản quang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亮色、反射強：白色的車、反光背心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2026-10-02T04:37:48Z</dcterms:created>
  <dcterms:modified xsi:type="dcterms:W3CDTF">2026-10-02T04:37:48Z</dcterms:modified>
</cp:coreProperties>
</file>