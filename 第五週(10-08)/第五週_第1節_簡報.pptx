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OS1-64——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的光達，車頂上會轉的那一種，第三週影片裡看過。左邊這張是它 datasheet 上的 OPTICAL PERFORMANCE，一共七行，我們今天只用其中三行，從上往下看。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，測距。同一個東西為什麼寫兩次？因為括號裡不一樣：第一行是 80%，第二行是 10%。今天先看第二行的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Resolution，垂直解析度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View，視野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，寫垂直 42.4 度、水平 360 度。上禮拜拉的張角就是這一行。不過請注意它的水平是 360 度——它會轉一整圈，所以「張角」對這一顆來說，只剩垂直方向要選。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三個滑桿，三行，都在這張表上了。所以上禮拜各位在模擬器上拉來拉去的那三個東西，不是我編出來的遊戲設定，是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離開這一張之前，請把第二行 Range 後面那串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圈起來。那串字等一下第十二張整張都在講它。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這張表跟剛剛那張長得不一樣——是手冊裡的規格章節，一共九行。一樣從上往下看。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 Instrumented range 到 Ranging precision 那幾行是測距與精度，第三節上機會用到，今天先跳過。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注意這兩行在表上沒有排在一起，中間隔了一行。它不轉，所以只看得到前面那一塊。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 Horizontal resolution 和 Vertical resolution，角解析度。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 0.1 度、垂直 0.2 度。這一行就是第四週講了一整節的那件事——相鄰兩條射線之間差幾度。上禮拜我要各位自己去感覺縫有多寬，這一顆的廠商直接把數字寫給你了。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不過請各位看清楚：那個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度，近距離更是 0.2 到 0.8 度。又是一個「有條件的數字」，跟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好，現在把兩顆放在一起想。OS1 把點灑在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，AT128P 把同樣多的點集中在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再看一個很容易讀漏的地方。第七張那張圖上，水平解析度和轉速後面都跟著一個字：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configurable，可以設定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：512 點一圈可以配 10 或 20 Hz，1024 點一圈也可以配 10 或 20 Hz。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 @ 10 Hz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 10 Hz。想要最密的點，就不能跑 20 Hz——這張表自己就把「沒有免費的規格」寫出來了。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 OS1 有九個點。那是在 1024 點一圈的模式下算的。切到 2048 點一圈，左右的點加倍，九個點就變成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同一顆硬體、同一個人站在同一個位置，因為設定不同，結果差一倍。所以買之前要問清楚：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第三節上機的時候，我會請各位親自切一次。工具上的判定會從「不夠用」變成「夠用」——只是換了一個模式，什麼錢都沒多花。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當然天下沒有白吃的午餐。點數加倍，資料量也加倍，車上那台電腦要跟得上；而且剛剛看到，2048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沒寫就是警訊。好的規格表會把兩個都寫出來，像 OS1 這樣——這其實是一家廠商誠不誠實的指標。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2026-10-02T05:16:19Z</dcterms:created>
  <dcterms:modified xsi:type="dcterms:W3CDTF">2026-10-02T05:16:19Z</dcterms:modified>
</cp:coreProperties>
</file>