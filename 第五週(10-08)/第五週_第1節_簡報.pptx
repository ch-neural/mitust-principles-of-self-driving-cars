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 Ouster OS1-64，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的光達，車頂上會轉的那一種。左邊這張是它 datasheet 上的 OPTICAL PERFORMANCE，一共七行，今天只用其中三行，從上往下看。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，同一個東西寫了兩次。原因是這樣：光達要把雷射打出去、等它彈回來，才算得出距離。所以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看得到多遠，不是只看機器，還要看目標把光彈回來多少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。括號裡那個百分比，講的就是目標有多會反光。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，亮色、很會反光，彈回來的光強，量得到 170 公尺；第二行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，深色、吃光，彈回來的光弱，就只剩 90 公尺。同一顆光達、同一個位置，差別只在它看的是什麼顏色的東西。今天先看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，順手把後面那串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圈起來——為什麼要看那一行，第十二張整張都在講。這一行就是上禮拜那條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，32、64、128 channels。Channel 中文叫通道，也叫線束，就是上禮拜那條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先跳過，第七張和第十一張會回來講。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度，就是上禮拜拉的張角。不過注意它水平是 360 度——它轉一整圈，所以「張角」對這一顆來說，只剩垂直方向要選。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這張表跟剛剛那張長得不一樣——是手冊裡的規格章節，一共九行。一樣從上往下看。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中間幾行是測距與精度，第三節上機會用到，今天跳過。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注意這兩行在表上沒有排在一起，中間隔了一行。它不轉，所以只看得到前面那一塊。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，角解析度：水平 0.1 度、垂直 0.2 度。這就是第四週講了一整節的那件事——相鄰兩條射線之間差幾度。上禮拜要各位自己去感覺縫有多寬，這一顆直接把數字寫給你。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不過請看清楚：那個 0.1 度前面寫著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度。又是一個「有條件的數字」，跟剛剛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，AT128P 把同樣多的點集中在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——第四週講過，同樣那些射線，攤得愈廣就愈稀。所以這兩顆不是誰比較好，是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：要看路口四面八方，你要 360 度那一顆；要在高速公路上看遠方，你要把點集中在前面那一顆。第三節上機的時候，各位會親眼看到這個差別有多大。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 2048 乘 1280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 3.0 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，等一下有用。再往下是彩色濾波陣列、介面、動態範圍、封裝，總共七行。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view；再找「測距」，range。找三十秒。都沒有——七行裡面一行都沒有。這兩行就是我們前兩週天天在拉的滑桿。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看右邊。一樣是相機的規格表，Raspberry Pi 的 Camera Module 3。有沒有視野？有，而且有三行：對角、水平、垂直。為什麼一張有、一張沒有？先別急著回答。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右邊有一行叫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，焦距：前兩欄是 4.74 公釐，後兩欄是 2.75 公釐。往下看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再看一個很容易讀漏的地方。第七張那張圖上，水平解析度和轉速後面都跟著一個字：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configurable，可以設定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：512 點一圈可以配 10 或 20 Hz，1024 點一圈也可以配 10 或 20 Hz。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 @ 10 Hz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 10 Hz。想要最密的點，就不能跑 20 Hz——這張表自己就把「沒有免費的規格」寫出來了。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 OS1 有九個點。那是在 1024 點一圈的模式下算的。切到 2048 點一圈，左右的點加倍，九個點就變成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同一顆硬體、同一個人站在同一個位置，因為設定不同，結果差一倍。所以買之前要問清楚：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第三節上機的時候，我會請各位親自切一次。工具上的判定會從「不夠用」變成「夠用」——只是換了一個模式，什麼錢都沒多花。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當然天下沒有白吃的午餐。點數加倍，資料量也加倍，車上那台電腦要跟得上；而且剛剛看到，2048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百分之八十是很亮、很會反光的東西——白色的車、反光背心、標誌牌。百分之十是深色、吃光的東西——黑色的車、深色的雨衣、柏油路面。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沒寫就是警訊。好的規格表會把兩個都寫出來，像 OS1 這樣——這其實是一家廠商誠不誠實的指標。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現在請大家自己操作，八分鐘。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80142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4630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2" name="Image 1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7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áo phản quang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亮色、反射強：白色的車、反光背心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2026-10-02T05:30:30Z</dcterms:created>
  <dcterms:modified xsi:type="dcterms:W3CDTF">2026-10-02T05:30:30Z</dcterms:modified>
</cp:coreProperties>
</file>