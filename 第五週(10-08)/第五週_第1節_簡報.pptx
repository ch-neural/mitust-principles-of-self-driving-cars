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。那是很亮、很會反光的表面，彈回來的光很強，所以量得到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。深色的東西會把光吃掉，彈回來很弱，就只剩 90 公尺。同一顆光達，放在同一個地方，差別只在它看的東西是什麼顏色。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圈起來。為什麼要看那一行？第十二張整張都在講這件事。這一行就是上禮拜那條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百分之八十是很亮、很會反光的東西——白色的車、反光背心、標誌牌。百分之十是深色、吃光的東西——黑色的車、深色的雨衣、柏油路面。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80142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4630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áo phản quang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亮色、反射強：白色的車、反光背心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2026-10-02T06:52:05Z</dcterms:created>
  <dcterms:modified xsi:type="dcterms:W3CDTF">2026-10-02T06:52:05Z</dcterms:modified>
</cp:coreProperties>
</file>