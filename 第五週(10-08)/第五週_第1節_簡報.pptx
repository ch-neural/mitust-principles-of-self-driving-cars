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在左邊真表上圈三行：Vertical Resolution、Field of View、Range（10%）。每圈一行停一下，對到右邊那個滑桿。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AT128P。同樣是光達，但把點集中在前方 120 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圈左表 Horizontal FOV 的 120°，再翻回上一張圈 OS1 的 360°，兩個數字對著看。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，AT128P 把同樣多的點集中在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 Rotation Rate 那一行的 10 or 20 Hz，再圈上面換算出來的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 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 3.0 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，等一下有用。再往下是彩色濾波陣列、介面、動態範圍、封裝，總共七行。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view；再找「測距」，range。找三十秒。都沒有——七行裡面一行都沒有。這兩行就是我們前兩週天天在拉的滑桿。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看右邊。一樣是相機的規格表，Raspberry Pi 的 Camera Module 3。有沒有視野？有，而且有三行：對角、水平、垂直。為什麼一張有、一張沒有？先別急著回答。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，焦距：前兩欄是 4.74 公釐，後兩欄是 2.75 公釐。往下看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 Lidar Operating Modes 的三行，特別圈 x 1024 與 x 2048，再現場切一次模式給他們看。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沒寫就是警訊。好的規格表會把兩個都寫出來，像 OS1 這樣——這其實是一家廠商誠不誠實的指標。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thanh «số tia» tuần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就是上週那條「射線數」滑桿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18428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«góc quét», nhưng nó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就是「張角」，只是它轉一整圈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«chiều dài tia» — đo với vật 10%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就是「射線長度」。注意是對 10% 量的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2026-10-02T04:40:09Z</dcterms:created>
  <dcterms:modified xsi:type="dcterms:W3CDTF">2026-10-02T04:40:09Z</dcterms:modified>
</cp:coreProperties>
</file>