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下課前我希望每一位都做得到一件事：拿到一張沒看過的規格表，找得出這四個數字，而且知道哪一行在騙你。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螢幕上這個網址，今天三節課都會用到，現在請大家打開。我們就叫它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OS1-64。重點是它把點平均灑在一整圈。講解順序照著表由上往下走，不要跳來跳去。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左表由上往下圈：第 1、2 行兩個 Range（圈出 80% 與 10% 的差別）、第 4 行 Vertical Resolution、最後一行 Field of View。第 3、5、6 行要明講「今天跳過」。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請大家回到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，左邊選第一個型號，Ouster OS1-64——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投影片上這張是它 datasheet 的原圖，各位螢幕上那張是同一份規格，我重排過、加了中文對照。等一下對照著看。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OPTICAL PERFORMANCE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這一塊，一共七行，今天只用其中三行，從上往下看。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個東西寫了兩次。為什麼？因為光達是把雷射打出去，等它彈回來，再算時間差。所以看得到多遠，不是機器自己一個人決定的，對面那個東西肯彈多少光回來，也算一半。括號裡那個百分比，講的就是它有多會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。那是把光均勻散回來的淺色表面，散回來的光很強，所以量得到 170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。深色的東西會把光吃掉，散回來的很弱，就只剩 90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今天我們先看 90 公尺這一行。請順手把後面那串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圈起來。為什麼要看那一行？第十三張整張都在講這件事。這一行就是上禮拜那條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先跳過，第七張和第十二張會回來講。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，垂直 42.4 度、水平 360 度，就是上禮拜拉的張角。不過它的水平是 360 度，因為它轉一整圈。所以這一顆的張角，你只能選上下，左右不用選。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三個滑桿，三行，都在這張表上了。上禮拜各位在模擬器上拉來拉去的那三個東西，不是我編出來的遊戲設定，是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AT128P。重點是它把同樣多的點集中在前面 120 度。一樣照表由上往下走。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左表由上往下圈：Number of channels、Horizontal FOV 與 Vertical FOV、再圈 Horizontal resolution 那一行的 Far-field 與 (10 Hz)。那兩個括號是今天的重點。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這一份跟剛剛那張不一樣。它不是 datasheet，是使用手冊裡面的規格那一節，一共九行。一樣從上往下看。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中間幾行講的是測距跟準不準，第三節上機會用到，今天先跳過。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這兩行在表上沒有排在一起，中間還隔了一行，要看仔細。它不會轉，所以只看得到前面那一塊。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 Horizontal resolution 和 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，角解析度：左右 0.1 度、上下 0.2 度。這就是第四週講了一整節的那件事——相鄰兩條射線之間差幾度。上禮拜我要各位自己去感覺那個縫有多寬，這一顆直接把數字寫給你。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不過請看清楚，那個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。換成 20 Hz 就變 0.2 度。又是一個有條件的數字，跟剛剛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現在把兩顆放在一起想。OS1 把點灑在一整圈，AT128P 把同樣多的點集中在前面 120 度。第四週講過，同樣那些射線，攤得愈廣就愈稀。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所以這兩顆沒有誰比較好，是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。要看路口四面八方，你就要 360 度那一顆。要在高速公路上看遠方，你就要把點集中在前面那一顆。第三節上機的時候，各位會親眼看到這個差別有多大。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圖上有四行，只圈最後一行 Rotation Rate 的 10 or 20 Hz（上面三行第 4、11 張講過或等一下講）。再圈上面換算出來的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光達這一段的收尾：把剛剛讀的三行，變成看得見的東西。重點在「顏色是強度不是真實顏色」。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播第一次只看一圈一圈的線；第二次只看顏色。播完問「最亮的是什麼」——答案是路邊的桿子、淺色的牆、停著的車身，最暗的是柏油路面。最後指畫面中央那個黑洞。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光達這一段的最後，我們看一下這顆 OS1-64 實際吐出來的東西。這是 Ouster 原廠自己放的影片，在舊金山開車拍的，一分四十二秒。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我要播兩次，每一次只看一件事。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第一次，只看線。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各位會看到點雲上有一圈一圈、一層一層的線。那就是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64 線束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——剛剛第四張 Vertical Resolution 那一行寫的 32 / 64 / 128，64 就是這個。數不出來沒關係，看得出「它是一層一層的」就夠了。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順便看第二件事：近的地方點很密，遠的地方很疏。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同樣的角度，距離愈遠，兩個點之間的縫就愈寬。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這就是為什麼四十公尺的行人身上只有九個點。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好，第二次播。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這次只看顏色。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請問各位，那個顏色是真的顏色嗎？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不是。光達沒有顏色。影片裡那個顏色是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反射強度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——亮的地方是散回來多的，暗的地方是被吃掉的。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所以各位現在看到的，就是規格表上那兩行 Range 在講的事：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同一顆光達，同一個距離，有些東西亮、有些東西暗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。等一下第十三張整張都在講這件事。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播完之後我要問一個問題：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影片裡最亮的是什麼？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路邊那幾根桿子、淺色的牆面、還有停在路邊的車身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——那些都是會把光散回來的東西。最暗的呢？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腳下的柏油路面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，整片是深紫紅色，幾乎看不到。各位現在看到的，就是 80% 和 10% 的差別，只是它變成了顏色。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最後再看一個東西：畫面正中央有一個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黑洞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，車子周圍一圈完全沒有點。為什麼？回去看第四張的 Field of View：垂直只有 42.4 度，也就是往下最多看 21 度。光達裝在車頂，往下 21 度打出去，落地的地方離車還有好幾公尺——那一圈裡面，它看不到。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規格表上那一行，決定了這台車腳邊有多大一塊是瞎的。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不用圈。先讓他們自己翻工具找，找不到才翻下一頁。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AR0233AT，就是相機裡面那塊晶片。左邊這張是從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我們先看它有什麼。最上面一行 Optical format，是感光面的大小。第二行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pixels，2048 乘 1280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，就是第四週拉的那條水平解析度。第三行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size，3.0 微米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，一個像素三微米見方，這個數字等一下有用。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再往下四行：彩色濾波陣列、介面、動態範圍、封裝。七行就這樣，沒了。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view。再找「測距」，range。給各位三十秒。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都沒有。七行裡面一行都沒有。可是這兩行，就是我們前兩週天天在拉的滑桿。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現在看右邊。一樣是相機的規格表，Raspberry Pi 的 Camera Module 3。這張上面有沒有視野？有，而且有三行：對角、水平、垂直。同樣是相機的東西，為什麼一張有、一張沒有？先別急著回答。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右邊還有一行叫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，焦距。前面兩欄是 4.74 公釐，後面兩欄是 2.75 公釐。往下看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圈公式裡的焦距與感光元件寬度，再打開工具裡的第①個小工具現場算一次。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那視野要怎麼算？規格判讀台上有三個小工具，第一個就在做這件事。現在請大家打開來玩一下。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請大家自己拉一下那個滑桿，看焦距和視野是怎麼變的。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給大家一分鐘。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圈圖裡三行模式，特別圈第三行的 x 2048 @ 10 Hz——只有 10 Hz。再現場切一次模式給他們看。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再看一個很容易讀漏的地方。第七張那張圖上，水平解析度和轉速後面都跟著同一個字：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，可以設定。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後面幾頁就把可以設定的組合整個列出來，也就是左邊這一塊，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。512 點一圈，可以配 10 Hz 或 20 Hz。1024 點一圈，也可以配 10 Hz 或 20 Hz。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請各位特別看第三行：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2048，只有 @ 10 Hz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。想要最密的點，就不能跑 20 Hz。廠商自己把這件事寫在表上了——要最密，就得轉慢一點。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第六張那張表我算給各位看，四十公尺的行人身上，OS1 有九個點。那是在 1024 點一圈的模式下算的。切到 2048 點一圈，左右的點加倍，九個點就變成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同一顆硬體，同一個人站在同一個位置，設定不一樣，結果就差一倍。所以買之前要問清楚：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第三節上機的時候，我會請各位親自切一次。工具上的判定會從「不夠用」變成「夠用」，只是換了一個模式，什麼錢都沒多花。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當然天下沒有白吃的午餐。點數加倍，資料量也跟著加倍，車上那台電腦要算得完才行。而且剛剛看到了，2048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後面那串小字。最後補一句光達看的是紅外線、不是顏色。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圈圖裡兩個括號：80% Lambertian reflectivity 與 10% Lambertian reflectivity，再圈 170 m 與 90 m。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百分之八十是淺色、會把光均勻散回來的東西——白色的車、淺色的牆、水泥路面。百分之十是深色、吃光的東西——黑色的車、深色的雨衣、柏油路面。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所以同一顆光達，看白色的車看得到一百七十公尺，看黑色的車只剩九十公尺，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不過這裡要補一件事，不然各位會記成錯的：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光達看的其實不是顏色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。它只打一個波長——OS1 是 865 奈米的紅外線，AT128P 是 905 奈米。它量的是「我打出去那個波長，回來多少」，跟人眼看到的深淺只是大概相關。樹葉在我們眼裡是深綠色，在紅外線下卻很亮；有些黑色車漆看起來一樣黑，對紅外線卻反得特別好。業界現在真的在做「對光達友善的黑漆」——可見光反射率不到一成，看起來還是黑的，紅外線卻反回六成以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可是身為工程師，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他沒寫，你就要小心。好的規格表會把兩個都寫出來，像 OS1 這樣。願不願意把比較難看的那個也印上去，其實看得出一家廠商老不老實。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我在教室裡走動看大家的畫面，卡住的舉手。如果有人做得快，先做相機那一顆 AR0233AT。我先警告各位：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下一節我們往規格表的更裡面走。今天講的這幾行，其實只是表的第一頁；第二頁還有一堆數字，我挑三個最容易害你出事的來講。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Q-LE3o9TnX0" TargetMode="External"/><Relationship Id="rId1" Type="http://schemas.openxmlformats.org/officeDocument/2006/relationships/image" Target="../media/image-8-1.jp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84814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450978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003683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707771" y="1417320"/>
            <a:ext cx="30013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024140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0843"/>
            <a:ext cx="3877836" cy="26434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8778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 Specifications, p.13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01380" y="786384"/>
            <a:ext cx="38397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013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562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08388" y="1665299"/>
            <a:ext cx="26326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13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562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08388" y="2184289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13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562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08388" y="2883484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133" y="365760"/>
            <a:ext cx="623547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1380" y="475488"/>
            <a:ext cx="221031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　圖：Hesai（hesaitech.com）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78160"/>
            <a:ext cx="8138160" cy="563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833362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看一下它真的吐出什麼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vừa đọc, ra ngoài đời trông như thế này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剛剛讀的那三行，吐出來是這個樣子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0321" y="1301348"/>
            <a:ext cx="2329685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圖：Ouster（ouster.com）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OS1-64 Raw Point Cloud (Close-up)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Ouster（原廠官方頻道）　·　1:42（播兩次，每次只看一件事）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https://youtu.be/Q-LE3o9TnX0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Những vòng tròn đồng tâm chính là 64 kênh — dòng Vertical Resolution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那一圈一圈的線，就是 64 線束——Vertical Resolution 那一行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Gần thì điểm dày, xa thì thưa: cùng một góc, càng xa khe càng rộng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近的地方點很密、遠的地方很疏：同樣的角度，愈遠縫愈寬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KHÔNG phải màu thật — là cường độ phản hồi: sáng = tán về nhiều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顏色不是真實顏色，是反射強度：亮的散回來多，暗的被吃掉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trong video chính là 80% và 10% trong bảng thông số.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影片裡那個顏色，就是規格表上 80% 和 10% 的差別。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pic>
        <p:nvPicPr>
          <p:cNvPr id="8" name="Image 1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705" y="1804209"/>
            <a:ext cx="1076577" cy="7680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3" name="Image 2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8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1314902" y="1288435"/>
            <a:ext cx="422458" cy="6263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1516480" y="1192287"/>
            <a:ext cx="220880" cy="7224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737360" y="1159276"/>
            <a:ext cx="1" cy="75547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737360" y="1192287"/>
            <a:ext cx="220880" cy="72246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737360" y="1288435"/>
            <a:ext cx="422458" cy="6263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75400" y="1852794"/>
            <a:ext cx="123919" cy="123919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0" name="Shape 8"/>
          <p:cNvSpPr/>
          <p:nvPr/>
        </p:nvSpPr>
        <p:spPr>
          <a:xfrm flipH="1" flipV="1">
            <a:off x="998392" y="2824237"/>
            <a:ext cx="738968" cy="15707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1261923" y="2394194"/>
            <a:ext cx="475437" cy="58711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7360" y="2225832"/>
            <a:ext cx="1" cy="755477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737360" y="2394194"/>
            <a:ext cx="475437" cy="58711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737360" y="2824237"/>
            <a:ext cx="738968" cy="15707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75400" y="2919350"/>
            <a:ext cx="123919" cy="123919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không nằm ở cảm biến — nó nằm ở ống kính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21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033416"/>
            <a:ext cx="8138160" cy="853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978106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tường màu nhạt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淺色、散得回來：白色的車、淺色的牆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2026-10-02T14:24:23Z</dcterms:created>
  <dcterms:modified xsi:type="dcterms:W3CDTF">2026-10-02T14:24:23Z</dcterms:modified>
</cp:coreProperties>
</file>