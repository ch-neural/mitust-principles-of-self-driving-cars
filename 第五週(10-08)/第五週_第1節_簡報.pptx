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。那是很亮、很會反光的表面，彈回來的光很強，所以量得到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。深色的東西會把光吃掉，彈回來很弱，就只剩 90 公尺。同一顆光達，放在同一個地方，差別只在它看的東西是什麼顏色。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463" y="2902338"/>
            <a:ext cx="785154" cy="73697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" y="367588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　圖：Ouster（ouster.com）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65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2026-10-02T07:14:38Z</dcterms:created>
  <dcterms:modified xsi:type="dcterms:W3CDTF">2026-10-02T07:14:38Z</dcterms:modified>
</cp:coreProperties>
</file>