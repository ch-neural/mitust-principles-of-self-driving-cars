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Hz)。那兩個條件是今天的重點；白板上寫「遠場 &gt;7.2 m、近場 0.5–7.2 m」。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。手冊寫得很清楚：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遠場是超過七點二公尺，近場是零點五到七點二公尺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，兩段的解析度不一樣——遠場左右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2026-10-05T09:01:19Z</dcterms:created>
  <dcterms:modified xsi:type="dcterms:W3CDTF">2026-10-05T09:01:19Z</dcterms:modified>
</cp:coreProperties>
</file>