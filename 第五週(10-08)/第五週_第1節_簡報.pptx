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公尺。同一顆光達，放在同一個地方，差別只在它看的東西是什麼顏色。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2026-10-02T09:09:35Z</dcterms:created>
  <dcterms:modified xsi:type="dcterms:W3CDTF">2026-10-02T09:09:35Z</dcterms:modified>
</cp:coreProperties>
</file>