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光達這一段的收尾：把剛剛讀的三行，變成看得見的東西。重點在「顏色是強度不是真實顏色」。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播第一次只看一圈一圈的線；第二次只看顏色。播完再圈下面第三條。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光達這一段的最後，我們看一下這顆 OS1-64 實際吐出來的東西。這是 Ouster 原廠自己放的影片，在舊金山開車拍的，一分四十二秒。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我要播兩次，每一次只看一件事。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第一次，只看線。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各位會看到點雲上有一圈一圈、一層一層的線。那就是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64 線束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——剛剛第四張 Vertical Resolution 那一行寫的 32 / 64 / 128，64 就是這個。數不出來沒關係，看得出「它是一層一層的」就夠了。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順便看第二件事：近的地方點很密，遠的地方很疏。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同樣的角度，距離愈遠，兩個點之間的縫就愈寬。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這就是為什麼四十公尺的行人身上只有九個點。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好，第二次播。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這次只看顏色。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請問各位，那個顏色是真的顏色嗎？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不是。光達沒有顏色。影片裡那個顏色是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反射強度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——亮的地方是散回來多的，暗的地方是被吃掉的。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所以各位現在看到的，就是規格表上那兩行 Range 在講的事：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同一顆光達，同一個距離，有些東西亮、有些東西暗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。等一下第十三張整張都在講這件事。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播完之後我要問一個問題：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影片裡最亮的是什麼？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圈公式裡的焦距與感光元件寬度，再打開工具裡的第①個小工具現場算一次。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那視野要怎麼算？規格判讀台上有三個小工具，第一個就在做這件事。現在請大家打開來玩一下。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他沒寫，你就要小心。好的規格表會把兩個都寫出來，像 OS1 這樣。願不願意把比較難看的那個也印上去，其實看得出一家廠商老不老實。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Q-LE3o9TnX0" TargetMode="External"/><Relationship Id="rId1" Type="http://schemas.openxmlformats.org/officeDocument/2006/relationships/image" Target="../media/image-8-1.jp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78160"/>
            <a:ext cx="8138160" cy="563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33362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看一下它真的吐出什麼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vừa đọc, ra ngoài đời trông như thế này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剛剛讀的那三行，吐出來是這個樣子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0321" y="1301348"/>
            <a:ext cx="2329685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圖：Ouster（ouster.com）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OS1-64 Raw Point Cloud (Close-up)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Ouster（原廠官方頻道）　·　1:42（播兩次，每次只看一件事）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https://youtu.be/Q-LE3o9TnX0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Những vòng tròn đồng tâm chính là 64 kênh — dòng Vertical Resolution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那一圈一圈的線，就是 64 線束——Vertical Resolution 那一行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Gần thì điểm dày, xa thì thưa: cùng một góc, càng xa khe càng rộng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近的地方點很密、遠的地方很疏：同樣的角度，愈遠縫愈寬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KHÔNG phải màu thật — là cường độ phản hồi: sáng = tán về nhiều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顏色不是真實顏色，是反射強度：亮的散回來多，暗的被吃掉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trong video chính là 80% và 10% trong bảng thông số.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影片裡那個顏色，就是規格表上 80% 和 10% 的差別。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314902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51648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737360" y="1159276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73736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737360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5400" y="1852794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998392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261923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7360" y="2225832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737360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737360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75400" y="2919350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không nằm ở cảm biến — nó nằm ở ống kính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33416"/>
            <a:ext cx="8138160" cy="853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78106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2026-10-02T14:14:42Z</dcterms:created>
  <dcterms:modified xsi:type="dcterms:W3CDTF">2026-10-02T14:14:42Z</dcterms:modified>
</cp:coreProperties>
</file>