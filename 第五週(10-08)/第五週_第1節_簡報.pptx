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OS1-64——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的光達，車頂上會轉的那一種，第三週影片裡看過。左邊這張是它 datasheet 上的 OPTICAL PERFORMANCE，一共七行，我們今天只用其中三行，從上往下看。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，測距。同一個東西為什麼寫兩次？因為括號裡不一樣：第一行是 80%，第二行是 10%。今天先看第二行的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。這一行就是上禮拜那條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Resolution，垂直解析度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先跳過，第七張和第十一張會回來講。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View，視野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，寫垂直 42.4 度、水平 360 度。上禮拜拉的張角就是這一行。不過請注意它的水平是 360 度——它會轉一整圈，所以「張角」對這一顆來說，只剩垂直方向要選。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三個滑桿，三行，都在這張表上了。所以上禮拜各位在模擬器上拉來拉去的那三個東西，不是我編出來的遊戲設定，是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離開這一張之前，請把第二行 Range 後面那串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圈起來。那串字等一下第十二張整張都在講它。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這張表跟剛剛那張長得不一樣——是手冊裡的規格章節，一共九行。一樣從上往下看。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 Instrumented range 到 Ranging precision 那幾行是測距與精度，第三節上機會用到，今天先跳過。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注意這兩行在表上沒有排在一起，中間隔了一行。它不轉，所以只看得到前面那一塊。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 Horizontal resolution 和 Vertical resolution，角解析度。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 0.1 度、垂直 0.2 度。這一行就是第四週講了一整節的那件事——相鄰兩條射線之間差幾度。上禮拜我要各位自己去感覺縫有多寬，這一顆的廠商直接把數字寫給你了。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不過請各位看清楚：那個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度，近距離更是 0.2 到 0.8 度。又是一個「有條件的數字」，跟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好，現在把兩顆放在一起想。OS1 把點灑在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，AT128P 把同樣多的點集中在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 Rotation Rate 那一行的 10 or 20 Hz，再圈上面換算出來的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 2048 乘 1280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 3.0 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，等一下有用。再往下是彩色濾波陣列、介面、動態範圍、封裝，總共七行。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view；再找「測距」，range。找三十秒。都沒有——七行裡面一行都沒有。這兩行就是我們前兩週天天在拉的滑桿。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看右邊。一樣是相機的規格表，Raspberry Pi 的 Camera Module 3。有沒有視野？有，而且有三行：對角、水平、垂直。為什麼一張有、一張沒有？先別急著回答。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，焦距：前兩欄是 4.74 公釐，後兩欄是 2.75 公釐。往下看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 Lidar Operating Modes 的三行，特別圈 x 1024 與 x 2048，再現場切一次模式給他們看。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百分之八十是很亮、很會反光的東西——白色的車、反光背心、標誌牌。百分之十是深色、吃光的東西——黑色的車、深色的雨衣、柏油路面。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沒寫就是警訊。好的規格表會把兩個都寫出來，像 OS1 這樣——這其實是一家廠商誠不誠實的指標。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80142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4630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áo phản quang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亮色、反射強：白色的車、反光背心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2026-10-02T05:11:22Z</dcterms:created>
  <dcterms:modified xsi:type="dcterms:W3CDTF">2026-10-02T05:11:22Z</dcterms:modified>
</cp:coreProperties>
</file>