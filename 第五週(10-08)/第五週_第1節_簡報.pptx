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螢幕上這個網址，今天三節課都會用到，現在請大家打開。我們就叫它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各位回想一下模擬器上那三條：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射線數、射線長度、張角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。拉一拉，車子就撞或不撞。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今天要做的事是翻開真的規格表，把這三條指出來。它們在表上不叫這個名字，廠商寫的是英文，而且分散在不同的行。等一下我一行一行帶各位找。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找完各位會發現：那三條不是遊戲的設定，是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要花錢買的東西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請大家回到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，左邊選第一個型號，Ouster OS1-64——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投影片上這張是它 datasheet 的原圖，各位螢幕上那張是同一份規格，我重排過、加了中文對照。等一下對照著看。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OPTICAL PERFORMANCE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這一塊，一共七行，今天只用其中三行，從上往下看。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。那是把光均勻散回來的淺色表面，散回來的光很強，所以量得到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。深色的東西會把光吃掉，散回來的很弱，就只剩 90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圈起來。為什麼要看那一行？第十三張整張都在講這件事。這一行就是上禮拜那條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先跳過，第七張和第十二張會回來講。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Hz)。那兩個括號是今天的重點。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這一份跟剛剛那張不一樣。它不是 datasheet，是使用手冊裡面的規格那一節，一共九行。一樣從上往下看。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。換成 20 Hz 就變 0.2 度。又是一個有條件的數字，跟剛剛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讓學生第一次看懂點雲——靠下半格的相機畫面對照。順便埋兩個伏筆：夜間與隧道都是第 2 節動態範圍那張的素材。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第一次播只要他們上下找同一台車；第二次播圈夜間那段相機的黑，和隧道出口那一片白。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光達這一段的最後，我們看一下點雲到底長什麼樣。這支是 Hesai 原廠放的，三十七秒，講的就是第五張那顆 AT128。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畫面分上下兩半：上面是 AT128 的點雲，下面是同一個時刻、同一台車上的相機畫面。影片會跳三個情境，每一個左下角都有字。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第一次播，各位只做一件事：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上下對照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。在上面的點雲裡挑一台車，然後到下面的相機畫面找到同一台。對得上，你就知道那一堆點是什麼了。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第二次播，看另外兩件事。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第二個情境，Dark Road at Night。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各位看下面的相機——幾乎全黑，只剩幾盞燈。再看上面的點雲：整排行道樹、路面、路邊的東西，清清楚楚。為什麼差這麼多？因為光達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自己帶光源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。它打自己的雷射出去，不靠路燈、不靠太陽，所以晚上和白天對它沒有差別。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第三個情境，Vehicle Exiting Tunnel。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這個更明顯。下面的相機，隧道出口整片死白，前面那幾台車完全看不到。上面的點雲，那幾台車清清楚楚。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這一段請各位記住，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第二節第四張我們會回來重看一次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。那張在講相機的「動態範圍」——隧道裡很暗、隧道外很亮，同一張畫面裝不下，所以不是裡面黑掉就是外面白掉。各位剛剛看到的，就是白掉。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所以這支影片真正在講的事情是：光達和相機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不是誰取代誰，是弱點不一樣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。相機沒光就瞎，光達不怕黑；相機看得到顏色和文字，光達看不到。第三節選感測器的時候，各位會一直用到這句話。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不用圈。唸完真的停三十秒讓他們自己找，找不到才翻下一頁——自己找過才記得住。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題目我先講出來：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相機的規格表上，找不到視野。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各位現在就打開判讀台，切到 AR0233AT 那一頁，從上到下找——找「視野」、找 FOV、找「幾度」。先不要翻下一頁，自己找三十秒。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提醒一句：找不到不是你不會找，也不是廠商漏寫。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那一行本來就不該在那裡。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AR0233AT，就是相機裡面那塊晶片。左邊這張是從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動圖在開頭停一次（兩格取景不一樣，右邊看得比較寬）、結尾再停一次（框到同一台車，右邊糊掉）。再打開判讀台第①個小工具現場算一次。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那視野要怎麼算？規格判讀台右邊有三個小工具，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第①個「焦距 → 視野」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就在做這件事。現在請大家打開來。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現在請各位自己拉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第①個小工具裡那條「鏡頭焦距 mm」的滑桿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 2 公釐拉到 24 公釐。滑桿下面有兩張圖會跟著動：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是這顆鏡頭看到的範圍，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是四十公尺外那台機車在這顆鏡頭下剩幾個像素。拉到 2 公釐，機車只剩二十一個像素，整個糊掉；拉到 16 公釐，一百零八個像素，看得清清楚楚。給大家一分鐘，自己拉到底再拉回來。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這件事對自駕有多要緊，看左邊這張動圖。一開始兩格是同一個路口、同一個位置，但是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右邊那格看到的範圍大得多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——那就是 81 度的鏡頭。同樣的 2048 個像素，它攤在更寬的場景上。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接下來兩格會一起拉近，框到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同一台機車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。四十公尺外一台機車大概寬零點八公尺，張角一點一五度。配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的鏡頭，每個像素零點零二度，機車身上有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56 個像素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；換成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3.6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，每個像素零點零四度，只剩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29 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各位看最後那一格：左邊還看得出是一台機車、有個人坐在上面；右邊就只剩一團方塊。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同一顆晶片、同一台機車、同一個距離，只是換了鏡頭。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廣角不是畫質比較差——整張畫面的像素一樣多，是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遠處那個目標分到的像素變少了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再看一個很容易讀漏的地方。第七張那張圖上，水平解析度和轉速後面都跟著同一個字：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。512 點一圈，可以配 10 Hz 或 20 Hz。1024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第六張那張表我算給各位看，四十公尺的行人身上，OS1 有九個點。那是在 1024 點一圈的模式下算的。切到 2048 點一圈，左右的點加倍，九個點就變成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同一顆硬體，同一個人站在同一個位置，設定不一樣，結果就差一倍。所以買之前要問清楚：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後面那串小字。最後補一句光達看的是紅外線、不是顏色。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先圈兩個括號 80%／10% Lambertian reflectivity 與 170 m／90 m；再把後面那串條件一個一個圈：1024 @ 10 Hz mode、&gt;90% detection probability、100 klx sunlight。四個條件要數得出來。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淺色、會把光均勻散回來的東西——白色的車、淺色的牆、水泥路面。百分之十是深色、吃光的東西——黑色的車、深色的雨衣、柏油路面。所以同一顆光達，看白色的車看得到一百七十公尺，看黑色的車只剩九十公尺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不過這裡要補一件事，不然各位會記成錯的：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光達看的其實不是顏色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。它只打一個波長——OS1 是 865 奈米的紅外線，AT128P 是 905 奈米。它量的是「我打出去那個波長，回來多少」，跟人眼看到的深淺只是大概相關。樹葉在我們眼裡是深綠色，在紅外線下卻很亮；有些黑色車漆看起來一樣黑，對紅外線卻反得特別好。業界現在真的在做「對光達友善的黑漆」——可見光反射率不到一成，看起來還是黑的，紅外線卻反回六成以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還有一件事，各位看那兩行的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——它不是只寫一個公尺數，後面還跟著一串條件。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Lambertian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，意思是「均勻散回來的表面」，鏡子和反光背心都不算，那兩種第二節會講。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@ 10 Hz mode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，是用哪一個模式量的；換成 2048 點或 20 赫茲，這個數字就不是這個數字了——這就是第十二張講的「可設定」。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&gt;90% detection probability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，這個最多人漏掉：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它不是保證看得到，是十次裡面超過九次看得到。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100 klx sunlight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，十萬勒克斯，正午直射的大太陽——陰天大概一萬，室內只有五百，所以十萬是最亮的情況。為什麼要寫這個？因為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陽光裡面也有 865 奈米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。接收器不會分那個光子是誰打出去的，陽光一起進來就變成背景，雷射那一下要從背景裡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冒得出來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才算數。所以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太陽愈大，光達看得愈近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。這跟第八張那支影片剛好相反：相機沒光就瞎，光達是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光太多會被吵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。所以這一條是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嚴苛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條件，不是放水——它在說最壞的情況下還有九十公尺。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所以那一行真正的意思是：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對一個深色的漫反射目標、在 1024 乘 10 赫茲模式下、在正午大太陽底下，九十公尺處有九成以上的機率看得到。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一行數字，四個條件。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現在想一件事：廠商在網站上、在型錄封面上，會寫哪一個數字？當然是一百七十。哪一家廣告會寫自己比較差的那個？可是身為工程師，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他沒寫，你就要小心。好的規格表會把兩個都寫出來，像 OS1 這樣。願不願意把比較難看的那個也印上去，其實看得出一家廠商老不老實。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判讀台的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第③個小工具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可以自己拉：一條距離軸，白色車畫到 170 公尺、黑色車只畫到 90 公尺。把目標距離拉到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120 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，白色車還看得到，黑色車已經看不到了——同一個距離、同一顆光達，只是換個顏色。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附錄：相機那份規格書的完整原頁，備查用。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上課不唸。學生問「你圈的那一行在哪」的時候翻到這裡，或放映時放大看。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第一節我們圈過的那幾行——有效像素、像素尺寸、動態範圍、LED 閃爍抑制——全部都在左邊那一頁上。右邊第二頁是封裝尺寸，上面寫 TBD，那是因為這份是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Product Preview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，還不是正式規格書。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各位記得第二張我說過的：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快門方式這一行，這兩頁上都沒有。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各位現在可以自己確認一次。要看快門方式，得去 onsemi 的產品頁。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放映的時候可以放大看；發下去的 PDF 也印得出來。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OkV0Lj-uATE" TargetMode="External"/><Relationship Id="rId1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16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16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84814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45097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003683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707771" y="1417320"/>
            <a:ext cx="30013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16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133" y="365760"/>
            <a:ext cx="623547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1380" y="475488"/>
            <a:ext cx="221031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　圖：Hesai（hesaitech.com）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16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16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點雲到底長什麼樣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cloud là gì: xem cùng lúc với ảnh camera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點雲到底是什麼：和相機畫面擺在一起看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02" y="1301348"/>
            <a:ext cx="3721724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圖：Hesai（hesaitech.com）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 Lidar Point Cloud View vs Camera View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Technology（原廠官方頻道）　·　0:37（三個情境，播兩次）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https://youtu.be/OkV0Lj-uATE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là point cloud, dưới là camera cùng lúc — tìm cùng một chiếc xe ở hai bên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上面是點雲、下面是同一時刻的相機——先在兩邊找出同一台車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tối ban đêm: camera gần như đen hết, point cloud vẫn thấy cả hàng cây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夜間暗路：相機幾乎全黑，點雲整排樹都還在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khỏi hầm: camera cháy trắng cửa hầm, point cloud vẫn thấy rõ mấy chiếc xe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出隧道：相機出口一片死白，點雲那幾台車看得清清楚楚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tự mang nguồn sáng. Đó là lý do nó và camera phải đi cùng nhau.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光達自己帶光源。這就是為什麼它和相機要一起裝。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16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16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pic>
        <p:nvPicPr>
          <p:cNvPr id="8" name="Image 1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705" y="1804209"/>
            <a:ext cx="1076577" cy="7680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3" name="Image 2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8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5661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1_len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70584"/>
            <a:ext cx="3419856" cy="15942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419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同一幀河內街景：先照各鏡頭的視野取景，再一起框到同一台機車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379976" y="914400"/>
            <a:ext cx="426110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nằm ở ống kính, không ở cảm biến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tường màu nhạt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淺色、散得回來：白色的車、淺色的牆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— toàn bộ datasheet gốc (2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onsemi AR0233AT — 廠商規格書原頁（全兩頁）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186247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r0233at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4535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r0233at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389888"/>
            <a:ext cx="2303457" cy="29809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onsemi, AR0233AT Product Preview, Rev. P2, 11/2017（Publication Order Number AR0233AT/D）· 原頁全文 · 讀取 2026/10/02 · 版權歸 onsemi，課堂引用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2026-10-04T03:18:06Z</dcterms:created>
  <dcterms:modified xsi:type="dcterms:W3CDTF">2026-10-04T03:18:06Z</dcterms:modified>
</cp:coreProperties>
</file>