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第一節我們圈過的那幾行——有效像素、像素尺寸、動態範圍、LED 閃爍抑制——全部都在左邊那一頁上。右邊第二頁是封裝尺寸，上面寫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各位記得第二張我說過的：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2026-10-04T03:21:33Z</dcterms:created>
  <dcterms:modified xsi:type="dcterms:W3CDTF">2026-10-04T03:21:33Z</dcterms:modified>
</cp:coreProperties>
</file>