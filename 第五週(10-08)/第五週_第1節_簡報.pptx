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知道每一個數字後面綁著什麼條件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先講清楚一件事，免得各位誤會：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規格表不會騙人。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今天會看的三份都是真的廠商文件，上面每一行都是真的。問題出在三個地方：廠商在型錄封面上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只挑好看的那個數字印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；轉手的賣家把條件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抄掉了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；還有最常見的——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我們自己讀漏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，看到大數字就以為它大。各位今天要練的不是懷疑廠商，是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把條件讀出來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各位回想一下模擬器上那三條：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射線數、射線長度、張角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。拉一拉，車子就撞或不撞。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今天要做的事是翻開真的規格表，把這三條指出來。它們在表上不叫這個名字，廠商寫的是英文，而且分散在不同的行。等一下我一行一行帶各位找。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找完各位會發現：那三條不是遊戲的設定，是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要花錢買的東西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等一下第十三張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整張都在講這件事。這一行就是上禮拜那條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第七張講更新率、第十二張講「可設定」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的時候會回來。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這一份跟剛剛那張不一樣：它不是 datasheet，是使用手冊裡面的規格那一節，一共九行。一樣從上往下看。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。一個數字，兩個條件。先講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。各位先看一件事：Horizontal resolution 和 Vertical resolution 這兩行的後面，都跟著一個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圈起來的②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。那是手冊的註腳記號。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遠場到底從幾公尺開始？這個數字不在表上，在註腳裡。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我把那條註解接在表格下面了，各位看——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②：遠場是超過七點二公尺，近場是零點五到七點二公尺。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這件事本身就要記住：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規格表上最關鍵的定義，常常不在表格裡，在那個小小的記號後面。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在原始手冊裡，這張表在第 13 頁，這條註解在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15 頁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，隔了兩頁。講義最後的附錄兩頁都附了，各位可以自己翻去對。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知道分界在哪裡，才看得懂那兩行：遠場左右 0.1 度、上下 0.2 度；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近場左右 0.2 度、上下 0.8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。各位注意方向：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近的地方反而比較粗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，上下差了四倍。為什麼？因為一百二十八條通道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都在量遠場，可是只有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三十二條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再發一次脈衝去量近場——量近場的通道少，點自然就疏。那為什麼要這樣設計？因為七點二公尺以內是保險桿前面那一塊，那裡的東西又近又大，本來就不需要那麼細；把通道省下來留給遠處，才看得到一百五十公尺外那台車。廠商是故意這樣分的，不是做不好。後面那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是第二個條件：換成 20 Hz，左右就從 0.1 度變 0.2 度——轉快一倍，點就少一半。所以這一行是一個數字綁兩個條件，跟剛剛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會有同學問：那剛剛那顆 OS1 呢？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沒有分遠近場。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各位翻回上一張看，它的表上只有一行 Vertical Resolution、一行 Horizontal Resolution，從零點五公尺到九十公尺都是同一個角解析度。差別在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架構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：OS1 是旋轉式，六十四組雷射和接收器裝在會轉的頭上，每一組在每一個角度都發一次，所以所有距離走的是同一套角度網格；AT128 是固定式，靠鏡面掃描，一百二十八條裡只有三十二條另外發近場脈衝，才會分兩段。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所以遠近場不是光達的通則，是這一顆的設計。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不過「近的地方另有規則」倒是每一顆都有：那一行叫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Minimum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，OS1 預設零點五公尺。比那個近的點直接不回報——那管的是「量不量得到」，不是「量得多細」。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同樣一台機車停在四十公尺外，OS1 在它身上打到九個點，AT128P 打到一百二十一個點。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到底幾個點才夠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？這件事沒有國際標準，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本課訂十個點當門檻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，判讀台上的判定也是用這個數字——各位等一下會在工具上看到「門檻 10 個」。為什麼是十？因為點太少的時候，演算法大概只能說「那裡有東西」，說不出那是人還是電線桿；要認出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，身上大概要十幾個點以上才有機會。所以 OS1 的九個點是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差一個點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不及格，AT128P 的一百二十一個點遠遠有餘。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線」，你只會覺得差一倍；算到四十公尺的機車身上，差的是十三倍。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第二節第五張我們會回來重看一次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題目我先講出來：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相機的規格表上，找不到視野。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各位現在就打開判讀台，切到 AR0233AT 那一頁，從上到下找——找「視野」、找 FOV、找「幾度」。先不要翻下一頁，自己找三十秒。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提醒一句：找不到不是你不會找，也不是廠商漏寫。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那一行本來就不該在那裡。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AR0233AT。這一顆各位比較陌生，我用三句話介紹。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是一家美國的半導體公司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，以前叫 ON Semiconductor，二〇二一年改成現在這個全小寫的寫法。它的影像感測器是二〇一四年買下一家叫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Aptina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的公司來的——所以型號才是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AR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開頭，那是 Aptina 留下來的產品線代號。車用影像感測器這一塊，最常碰到的就是 onsemi、Sony、OmniVision 這三家。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第二句，看型號的結尾。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onsemi 的車規型號習慣用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結尾——AR0233AT、AR0234AT 都是；同一顆晶片的非車規版本會換成別的後綴，像 AR0234CS。看到 AT，大概就知道它是衝著車用來的。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第三句，也是今天最重要的一句：onsemi 賣的是「晶片」，不是「相機」。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它出貨的是一塊方方的感光晶片，鏡頭要你自己配。各位先把這句話記著，等一下找不到視野的時候會用到。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再看一個很容易讀漏的地方。各位翻回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第七張，就是剛剛講更新率那一張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——那張圖上，水平解析度和轉速後面都跟著同一個字：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左邊這一塊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。那一格裡是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三個小黑點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，不是三列：512 點一圈，可以配 10 Hz 或 20 Hz；1024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左邊那一格的最後一個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這裡要停一下，因為有一個坑：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同樣是用斜線隔開的三個數字，意思可能完全不一樣。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各位回頭看規格表最上面那兩行——Vertical Resolution 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/ 64 / 128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，Horizontal Resolution 寫 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512 / 1024 / 2048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。長得一模一樣，可是：上面那排是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三種不同的產品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，這份 datasheet 整個 OS1 家族共用，你買的這一顆是 OS1-64，另外兩個買不到；下面那排才是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同一顆的三種模式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，可以自己切。所以看到斜線先問一句：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這是三種貨，還是一種貨的三個模式？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第六張那張兩顆光達並排的表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，我算給各位看，四十公尺的機車身上，OS1 有九個點。那是在 1024 點一圈的模式下算的。切到 2048 點一圈，左右的點加倍，九個點就變成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同一顆硬體，同一台機車停在同一個地方，設定不一樣，結果就差一倍。所以買之前要問清楚：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還有一件事，各位看那兩行的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——它不是只寫一個公尺數，後面還跟著一串條件。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Lambertian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，意思是「均勻散回來的表面」，鏡子和反光背心都不算，那兩種第二節會講。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@ 10 Hz mode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，是用哪一個模式量的；換成 2048 點或 20 赫茲，這個數字就不是這個數字了——這就是第十二張講的「可設定」。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&gt;90% detection probability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，這個最多人漏掉：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它不是保證看得到，是十次裡面超過九次看得到。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100 klx sunlight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，十萬勒克斯，正午直射的大太陽——陰天大概一萬，室內只有五百，所以十萬是最亮的情況。為什麼要寫這個？因為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陽光裡面也有 865 奈米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。接收器不會分那個光子是誰打出去的，陽光一起進來就變成背景，雷射那一下要從背景裡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冒得出來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才算數。所以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太陽愈大，光達看得愈近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。這跟第八張那支影片剛好相反：相機沒光就瞎，光達是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光太多會被吵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。所以這一條是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嚴苛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條件，不是放水——它在說最壞的情況下還有九十公尺。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那廠商怎麼對付太陽？三招。第一，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裝一片只讓 865 奈米通過的濾光片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，把其他波長的陽光擋在外面——濾得愈窄，進來的背景愈少。第二，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只在該回來的那一小段時間裡聽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，其他時間進來的光不算。第三，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把能量擠進一個很短很強的脈衝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，讓它在背景上凸得出來。第二節講波長的時候各位會看到，1550 奈米在這件事上天生有利：它可以打比較強，而且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太陽在 1550 這個波長的輻射本來就比較弱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所以那一行真正的意思是：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對一個深色的漫反射目標、在 1024 乘 10 赫茲模式下、在正午大太陽底下，九十公尺處有九成以上的機率看得到。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一行數字，四個條件。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他沒寫，你就要小心。願不願意把比較難看的那個也印上去，其實看得出一家廠商老不老實。判讀台的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第③個小工具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可以自己拉：一條距離軸，白色車畫到 170 公尺、黑色車只畫到 90 公尺。把目標距離拉到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120 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，白色車還看得到，黑色車已經看不到了——同一個距離、同一顆光達，只是換個顏色。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解析度那一題要注意：光達的表上有兩行 Resolution。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題目下面的小字會告訴你這一題問的是哪一行——OS1 和 LD-16 問的是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垂直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那一行，也就是線束數；AT128P 的表直接把角度寫出來；相機看的是像素數。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——所有人都會看的那幾行；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還有一堆數字很少人讀，我挑三個最容易害你出事的來講。（第一層、第二層是我分的，不是 PDF 的頁碼。）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今天圈過的光達那幾行，全部都在這三頁上：PDF 第 1 頁是 HIGHLIGHTS 和 OPTICAL PERFORMANCE——測距、視野、通道數、每圈點數都在那裡；第 2 頁有 LASER 那一段，Class 1、865 奈米、光束寬度和發散角；第 3 頁有 Additional Programmability，multi-sensor phase lock 那一行。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 PDF 總共八頁，後面五頁是外觀尺寸、配件和接線圖，和今天要讀的規格沒有關係，所以沒有放進來。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放映的時候可以放大看；要看完整的八頁，到 Ouster 官網下載。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左邊那一頁是 §1.5 Specifications，第 1 節第 5 張圈過的東西都在上面：Number of channels 128、Horizontal FOV 120 度、Vertical FOV 25.4 度，還有那兩行寫著 Far-field 和 Near-field 的解析度。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右邊那一頁是同一節的註解。註②就是遠近場的定義——遠場超過 7.2 公尺、近場 0.5 到 7.2 公尺；註①說量測範圍是由分配給每一條通道的飛行時間決定的；註⑥還把每秒點數怎麼算整個列出來，1200 乘 128 乘 10 等於一百五十三萬六千。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各位如果對「那個 0.1 度為什麼有兩個條件」還有疑問，答案就在右邊那一頁。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這一張也不唸，是附錄。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今天圈過的那幾行——有效像素、像素尺寸、動態範圍、LED 閃爍抑制——全部都在左邊那一頁的 Specifications 那一欄上。右邊第二頁是封裝尺寸，整頁寫 TBD，那是因為這份是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Product Preview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，還不是正式規格書。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各位記得第 1 節第 2 張說過的：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快門方式這一行，這兩頁上都沒有。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現在可以自己確認一次。要看快門方式，得去 onsemi 的產品頁。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放映的時候可以放大看；發下去的 PDF 也印得出來。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925325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61901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925325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3406718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9880"/>
            <a:ext cx="3260414" cy="262539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2604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§1.5, p.13 的表 ＋ p.15 的註解②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83958" y="786384"/>
            <a:ext cx="4457122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183958" y="1665299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238822" y="1701875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390966" y="1665299"/>
            <a:ext cx="325011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83958" y="2226130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238822" y="2262706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390966" y="2226130"/>
            <a:ext cx="325011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183958" y="2786961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238822" y="2823537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390966" y="2786961"/>
            <a:ext cx="3250114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183958" y="475488"/>
            <a:ext cx="28277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公尺的機車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914400"/>
            <a:ext cx="426110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14400"/>
            <a:ext cx="813816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xe máy ở 40 m khác hẳn.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同一顆光達，換一個模式，四十公尺機車身上的點數就整個不一樣。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410234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46810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410234"/>
            <a:ext cx="2450592" cy="496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971065"/>
            <a:ext cx="1060704" cy="441959"/>
          </a:xfrm>
          <a:prstGeom prst="roundRect">
            <a:avLst>
              <a:gd name="adj" fmla="val 12414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3007641"/>
            <a:ext cx="950976" cy="38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971065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— toàn bộ datasheet gốc (3 trang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Ouster OS1 — 廠商規格書原頁（規格那三頁）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970511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os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799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01984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os1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272" y="1389888"/>
            <a:ext cx="2303457" cy="298094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833456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9" name="Image 2" descr="/Users/tsengchenghsun/Class/carClass/Claude outputs/第五週(10-8)/src/img/w5_ds_os1_p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1744" y="1389888"/>
            <a:ext cx="2303457" cy="29809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hardware Rev7 / firmware 3.2 · 官方 PDF 第 1–3 頁原頁全文 · 讀取 2026/10/02 · 版權歸 Ouster，課堂引用</a:t>
            </a:r>
            <a:endParaRPr lang="en-US" sz="850" dirty="0"/>
          </a:p>
        </p:txBody>
      </p:sp>
      <p:pic>
        <p:nvPicPr>
          <p:cNvPr id="12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— nguyên trang sổ tay (phần thông số)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Hesai AT128P — 使用手冊原頁（規格那兩頁）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t128p_p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4287"/>
            <a:ext cx="4005072" cy="283214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445999"/>
            <a:ext cx="4041648" cy="286872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t128p_p1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464287"/>
            <a:ext cx="4005072" cy="283214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A02（en-250410）· §1.5 Specifications 第 13 頁與註解第 15 頁原頁全文 · 讀取 2026/10/02 · 版權歸 Hesai，課堂引用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附錄（不計時）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— toàn bộ datasheet gốc (2 trang)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onsemi AR0233AT — 廠商規格書原頁（全兩頁）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186247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ds_ar0233at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535" y="1389888"/>
            <a:ext cx="2303457" cy="29809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617720" y="1371600"/>
            <a:ext cx="234003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7" name="Image 1" descr="/Users/tsengchenghsun/Class/carClass/Claude outputs/第五週(10-8)/src/img/w5_ds_ar0233at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1389888"/>
            <a:ext cx="2303457" cy="29809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onsemi, AR0233AT Product Preview, Rev. P2, 11/2017（Publication Order Number AR0233AT/D）· 原頁全文 · 讀取 2026/10/02 · 版權歸 onsemi，課堂引用</a:t>
            </a:r>
            <a:endParaRPr lang="en-US" sz="850" dirty="0"/>
          </a:p>
        </p:txBody>
      </p:sp>
      <p:pic>
        <p:nvPicPr>
          <p:cNvPr id="10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2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2026-10-07T04:50:09Z</dcterms:created>
  <dcterms:modified xsi:type="dcterms:W3CDTF">2026-10-07T04:50:09Z</dcterms:modified>
</cp:coreProperties>
</file>