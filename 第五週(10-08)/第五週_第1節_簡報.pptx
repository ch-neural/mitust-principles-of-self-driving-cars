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圈規格表上的線束數、視野、角解析度三行——那就是上週的三個滑桿。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AT128。同樣是光達，但把點集中在前方 120 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圈視野那一行的 120°，再回頭指上一張 OS1 的 360°，兩個數字對著看。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 直接寫 0.1 度。所以左右方向，AT128 密了三倍多。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 有一百二十一個點。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圈主標的「一秒鐘看幾次」，再圈下方換算出來的移動距離。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 2048 乘 1280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 3.0 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，等一下有用。再往下是彩色濾波陣列、介面、動態範圍、封裝，總共七行。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view；再找「測距」，range。找三十秒。都沒有——七行裡面一行都沒有。這兩行就是我們前兩週天天在拉的滑桿。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看右邊。一樣是相機的規格表，Raspberry Pi 的 Camera Module 3。有沒有視野？有，而且有三行：對角、水平、垂直。為什麼一張有、一張沒有？先別急著回答。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，焦距：前兩欄是 4.74 公釐，後兩欄是 2.75 公釐。往下看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圈規格表上「可設定」那幾個字，再現場切一次 OS1 的點數模式給他們看。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同一顆光達兩個測距數字，差別在反射率。這一條第三節會直接用到。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170 公尺與 90 公尺兩個數字，中間圈出 80% 與 10% 這兩個反射率。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第一個：170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第二個：90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百分之八十，是很亮、很會反光的東西——白色的車、反光背心、路上的標誌牌。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百分之十，是深色、吃光的東西——黑色的車、深色的雨衣、柏油路面。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現在請大家想一件事：廠商在網站上、在型錄封面上，會寫哪一個數字？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當然是一百七十。哪一家廣告會寫自己比較差的那個數字？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你要用來設計的是九十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。因為路上一定會有黑色的車、穿深色雨衣的機車騎士。你不能假設全世界的東西都是白的。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那是對什麼顏色量的？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如果他沒寫，那就是一個警訊。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好的規格表會把兩個都寫出來，像 OS1 這樣。這其實是一家廠商誠不誠實的指標。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右邊工具的第三個小工具就在講這件事，各位可以自己看一下。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 再做一次。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610141" y="1806781"/>
            <a:ext cx="269877" cy="15581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679708" y="1723874"/>
            <a:ext cx="200310" cy="23872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773436" y="1669761"/>
            <a:ext cx="106583" cy="292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880019" y="1650967"/>
            <a:ext cx="1" cy="311628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880019" y="1669761"/>
            <a:ext cx="106583" cy="292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880019" y="1723874"/>
            <a:ext cx="200310" cy="23872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80019" y="1806781"/>
            <a:ext cx="269877" cy="15581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1453" y="1934029"/>
            <a:ext cx="57132" cy="57132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1399398" y="1630192"/>
            <a:ext cx="415503" cy="415503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14901" y="1837944"/>
            <a:ext cx="103876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87068" y="194182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11025" y="2017862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7149" y="2045696"/>
            <a:ext cx="1" cy="10387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451336" y="2017862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337272" y="194182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95522" y="1837944"/>
            <a:ext cx="103876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337272" y="168213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1451336" y="1568067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1607149" y="1526316"/>
            <a:ext cx="1" cy="10387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711025" y="1568067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787068" y="168213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8584" y="1809378"/>
            <a:ext cx="57132" cy="57132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191646" y="1786920"/>
            <a:ext cx="103876" cy="102047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295144" y="140019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50008" y="143676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502152" y="140019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64 / 128 channels — đây chính là thanh «số tia» của tuần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 / 64 / 128 channels——這就是上週那條「射線數」滑桿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95144" y="19191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50008" y="19557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3502152" y="1919180"/>
            <a:ext cx="5138928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42.4°, Horizontal 360° — thanh «góc quét», nhưng nó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垂直 42.4°、水平 360°——就是「張角」，只是它轉一整圈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295144" y="2618375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50008" y="2654951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502152" y="2618375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 với vật phản xạ 10% — thanh «chiều dài tia»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 10% 反射率的目標 90 公尺——就是「射線長度」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4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920221" y="1018382"/>
            <a:ext cx="323363" cy="47940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074515" y="944788"/>
            <a:ext cx="169069" cy="55299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243584" y="919521"/>
            <a:ext cx="1" cy="5782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243584" y="944788"/>
            <a:ext cx="169069" cy="55299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243584" y="1018382"/>
            <a:ext cx="323363" cy="47940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7227" y="1461431"/>
            <a:ext cx="72713" cy="7271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677954" y="2193935"/>
            <a:ext cx="565630" cy="12022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879669" y="1864766"/>
            <a:ext cx="363915" cy="44939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243584" y="1735897"/>
            <a:ext cx="1" cy="5782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243584" y="1864766"/>
            <a:ext cx="363915" cy="44939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243584" y="2193935"/>
            <a:ext cx="565630" cy="12022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7227" y="2277807"/>
            <a:ext cx="72713" cy="7271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295144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50008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502152" y="1665299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95144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50008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502152" y="2184289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95144" y="27032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50008" y="27398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02152" y="270328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9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93947" y="2203613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39047" y="2048073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148" y="1892534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9249" y="1736994"/>
            <a:ext cx="929396" cy="755477"/>
          </a:xfrm>
          <a:prstGeom prst="roundRect">
            <a:avLst>
              <a:gd name="adj" fmla="val 6052"/>
            </a:avLst>
          </a:prstGeom>
          <a:solidFill>
            <a:srgbClr val="8A5A00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" y="2892430"/>
            <a:ext cx="2212848" cy="399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10 000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420580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517631"/>
            <a:ext cx="5212080" cy="871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quay 10 hoặc 20 vòng mỗi giây. Ở 10 Hz, mỗi khung cách nhau 100 ms — chạy 40 km/h thì trong khoảng đó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每秒轉 10 圈或 20 圈。10 Hz 的話，每一張畫面隔 100 毫秒——時速 40 的時候，這段時間車子已經走了 1.1 公尺。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19272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44764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70256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195748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272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64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957485" y="2292492"/>
            <a:ext cx="133320" cy="1333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9740" y="2359152"/>
            <a:ext cx="286785" cy="1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272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64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256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95748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OS1: mỗi vòng 512 / 1024 / 2048 điểm, quay 10 hoặc 20 Hz. Cùng một con lidar, chọn chế độ khác thì số điểm trên người ở 40 m đổi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的每圈點數可以選 512 / 1024 / 2048，轉速可以選 10 或 20 Hz。同一顆光達，換一個模式，四十公尺行人身上的點數就整個不一樣。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25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con lidar, hai con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nguyên văn từ datasheet OS1. Chú ý phần chữ nhỏ phía sau.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照抄 OS1 規格表上的兩行。請注意後面那一串小字。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量的是什麼東西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Ngoài đường là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路上是誰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(80% reflectivity)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Range（80%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sáng, phản xạ mạnh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亮色、反射強的東西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trắng, áo phản quang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白色的車、反光背心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(10% reflectivity)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tối, phản xạ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深色、反射弱的東西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áo mưa sẫm màu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黑色的車、深色雨衣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4057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2026-10-02T03:46:19Z</dcterms:created>
  <dcterms:modified xsi:type="dcterms:W3CDTF">2026-10-02T03:46:19Z</dcterms:modified>
</cp:coreProperties>
</file>