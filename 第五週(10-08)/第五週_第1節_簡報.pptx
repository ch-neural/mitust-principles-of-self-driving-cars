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線束數：128。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視野：水平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水平視野：360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水平角解析度：這裡要算一下。OS1 的規格表沒有直接寫角度，它寫的是每一圈有 1024 個點。所以三百六十度除以一千零二十四，等於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測距：90 公尺對 210 公尺。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，就是相機裡面那塊晶片。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像素：2048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，差不多兩百六十萬畫素。第四週我們在模擬器上拉的那條「水平解析度」，就是這個 2048。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一個像素 3 微米見方。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這個數字等一下有用，先記著。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更新率：1080p 每秒 60 張。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比光達的 10 Hz 快了六倍。這是相機的強項，第三週講過，它便宜又快。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請大家在表上找找看有沒有「視野」那一行。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找三十秒，找不到的舉手。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沒有，表上真的沒有。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再找找看有沒有「測距」那一行。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這兩行，就是我們前兩週天天在拉的滑桿，可是這張規格表上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有沒有人猜得到為什麼？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下一頁我把答案講清楚。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四題分別是：垂直視野、對百分之十反射率的測距、解析度那一行寫什麼、更新率。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008479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209647"/>
            <a:ext cx="7132320" cy="612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10141" y="1806781"/>
            <a:ext cx="269877" cy="15581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679708" y="1723874"/>
            <a:ext cx="200310" cy="23872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773436" y="1669761"/>
            <a:ext cx="106583" cy="292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80019" y="1650967"/>
            <a:ext cx="0" cy="311628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880019" y="1669761"/>
            <a:ext cx="106583" cy="292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880019" y="1723874"/>
            <a:ext cx="200310" cy="23872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80019" y="1806781"/>
            <a:ext cx="269877" cy="15581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1453" y="1934029"/>
            <a:ext cx="57132" cy="57132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1399398" y="1630192"/>
            <a:ext cx="415503" cy="415503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14901" y="1837944"/>
            <a:ext cx="103876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87068" y="194182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1025" y="2017862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7149" y="2045696"/>
            <a:ext cx="0" cy="10387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451336" y="2017862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337272" y="194182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95522" y="1837944"/>
            <a:ext cx="103876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337272" y="168213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1451336" y="1568067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1607149" y="1526316"/>
            <a:ext cx="0" cy="10387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711025" y="1568067"/>
            <a:ext cx="51938" cy="89959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787068" y="1682130"/>
            <a:ext cx="89959" cy="5193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8584" y="1809378"/>
            <a:ext cx="57132" cy="57132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191646" y="1786920"/>
            <a:ext cx="103876" cy="102047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295144" y="140019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50008" y="143676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502152" y="140019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95144" y="19191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50008" y="19557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502152" y="1919180"/>
            <a:ext cx="5138928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295144" y="2618375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50008" y="2654951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502152" y="2618375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920221" y="1018382"/>
            <a:ext cx="323363" cy="47940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074515" y="944788"/>
            <a:ext cx="169069" cy="55299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243584" y="919521"/>
            <a:ext cx="0" cy="5782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243584" y="944788"/>
            <a:ext cx="169069" cy="55299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243584" y="1018382"/>
            <a:ext cx="323363" cy="47940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7227" y="1461431"/>
            <a:ext cx="72713" cy="7271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677954" y="2193935"/>
            <a:ext cx="565630" cy="12022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879669" y="1864766"/>
            <a:ext cx="363915" cy="4493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243584" y="1735897"/>
            <a:ext cx="0" cy="5782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243584" y="1864766"/>
            <a:ext cx="363915" cy="44939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243584" y="2193935"/>
            <a:ext cx="565630" cy="12022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7227" y="2277807"/>
            <a:ext cx="72713" cy="7271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295144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50008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502152" y="1665299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50008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2184289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95144" y="27032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50008" y="27398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02152" y="270328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125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93947" y="2203613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9047" y="2048073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148" y="1892534"/>
            <a:ext cx="929396" cy="755477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9249" y="1736994"/>
            <a:ext cx="929396" cy="755477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" y="2892430"/>
            <a:ext cx="2212848" cy="399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420580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517631"/>
            <a:ext cx="5212080" cy="871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9282" y="1868317"/>
            <a:ext cx="311628" cy="1433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5" name="Shape 3"/>
          <p:cNvSpPr/>
          <p:nvPr/>
        </p:nvSpPr>
        <p:spPr>
          <a:xfrm>
            <a:off x="777701" y="1896986"/>
            <a:ext cx="105953" cy="86009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09863" y="1939991"/>
            <a:ext cx="649224" cy="0"/>
          </a:xfrm>
          <a:prstGeom prst="line">
            <a:avLst/>
          </a:prstGeom>
          <a:noFill/>
          <a:ln w="2032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172169" y="1854952"/>
            <a:ext cx="0" cy="170078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34475" y="1854952"/>
            <a:ext cx="0" cy="170078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96781" y="1854952"/>
            <a:ext cx="0" cy="170078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6103" y="1752905"/>
            <a:ext cx="90891" cy="374172"/>
          </a:xfrm>
          <a:prstGeom prst="roundRect">
            <a:avLst>
              <a:gd name="adj" fmla="val 21429"/>
            </a:avLst>
          </a:prstGeom>
          <a:solidFill>
            <a:srgbClr val="D94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295144" y="140019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350008" y="143676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ảnh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140019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× 1280 (2.6 MP), mỗi điểm ảnh 3.0 µm vuông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2048 × 1280（2.6 MP），一個像素 3 微米見方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19191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50008" y="19557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502152" y="191918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ở 1080p — nhanh hơn lidar sáu lần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1080p 每秒 60 張——比光達快六倍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43817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350008" y="247474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沒有的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2438170"/>
            <a:ext cx="5138928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dòng góc nhìn, cũng không có dòng tầm đo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沒有視野那一行，也沒有測距那一行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này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我們最需要的兩個東西，這張表上偏偏都沒有。為什麼？</a:t>
            </a:r>
            <a:endParaRPr lang="en-US" sz="1200" dirty="0"/>
          </a:p>
        </p:txBody>
      </p:sp>
      <p:pic>
        <p:nvPicPr>
          <p:cNvPr id="2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0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0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24398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2026-09-22T14:05:57Z</dcterms:created>
  <dcterms:modified xsi:type="dcterms:W3CDTF">2026-09-22T14:05:57Z</dcterms:modified>
</cp:coreProperties>
</file>