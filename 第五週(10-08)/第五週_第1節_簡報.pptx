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1123982"/>
            <a:ext cx="4261104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379976" y="2221033"/>
            <a:ext cx="4261104" cy="1464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2026-10-02T15:38:27Z</dcterms:created>
  <dcterms:modified xsi:type="dcterms:W3CDTF">2026-10-02T15:38:27Z</dcterms:modified>
</cp:coreProperties>
</file>