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圈規格表上的線束數、視野、角解析度三行——那就是上週的三個滑桿。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AT128。同樣是光達，但把點集中在前方 120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圈視野那一行的 120°，再回頭指上一張 OS1 的 360°，兩個數字對著看。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圈主標的「一秒鐘看幾次」，再圈下方換算出來的移動距離。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讓學生親眼確認：影像感測器的規格表上真的沒有視野這一行。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從上到下把整張規格表圈一遍，一邊圈一邊說「沒有、沒有、還是沒有」。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 2048 乘 1280 個像素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更新率是 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圈規格表上「可設定」那幾個字，再現場切一次 OS1 的點數模式給他們看。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同一顆光達兩個測距數字，差別在反射率。這一條第三節會直接用到。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170 公尺與 90 公尺兩個數字，中間圈出 80% 與 10% 這兩個反射率。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6000519" y="903757"/>
            <a:ext cx="1916839" cy="2091759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29672" y="2733135"/>
            <a:ext cx="1858532" cy="24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4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8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840" dirty="0"/>
          </a:p>
        </p:txBody>
      </p:sp>
      <p:sp>
        <p:nvSpPr>
          <p:cNvPr id="6" name="Shape 3"/>
          <p:cNvSpPr/>
          <p:nvPr/>
        </p:nvSpPr>
        <p:spPr>
          <a:xfrm>
            <a:off x="1328680" y="903757"/>
            <a:ext cx="4526072" cy="670529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445293" y="976640"/>
            <a:ext cx="4292844" cy="524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357833" y="1720053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57833" y="1727341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1678521" y="1690900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1357833" y="2113624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357833" y="2120913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0"/>
          <p:cNvSpPr txBox="1"/>
          <p:nvPr/>
        </p:nvSpPr>
        <p:spPr>
          <a:xfrm>
            <a:off x="1678521" y="2084471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1357833" y="2507196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57833" y="2514484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1678521" y="2478043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96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720" dirty="0"/>
          </a:p>
        </p:txBody>
      </p:sp>
      <p:sp>
        <p:nvSpPr>
          <p:cNvPr id="22" name="Text 17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01305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45698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531991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617290" y="1321277"/>
            <a:ext cx="1" cy="249397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617290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729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617290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94428" y="1547813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32951" y="1304651"/>
            <a:ext cx="332529" cy="332529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65480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205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2348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9215" y="1637180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74517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983231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949819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983231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74517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199215" y="1221518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82348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343205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76355" y="1448054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66686" y="1430081"/>
            <a:ext cx="83132" cy="81669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30" name="Text 28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33" name="Text 31"/>
          <p:cNvSpPr txBox="1"/>
          <p:nvPr/>
        </p:nvSpPr>
        <p:spPr>
          <a:xfrm>
            <a:off x="3715795" y="1535929"/>
            <a:ext cx="4112709" cy="50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2749821" y="209549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93729" y="212477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720" dirty="0"/>
          </a:p>
        </p:txBody>
      </p:sp>
      <p:sp>
        <p:nvSpPr>
          <p:cNvPr id="36" name="Text 34"/>
          <p:cNvSpPr txBox="1"/>
          <p:nvPr/>
        </p:nvSpPr>
        <p:spPr>
          <a:xfrm>
            <a:off x="3715795" y="209549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96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720" dirty="0"/>
          </a:p>
        </p:txBody>
      </p:sp>
      <p:sp>
        <p:nvSpPr>
          <p:cNvPr id="42" name="Text 38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649463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772946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908252" y="73589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908252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908252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9156" y="116959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455576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617009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908252" y="138924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08252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08252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9156" y="182294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49821" y="629347"/>
            <a:ext cx="5078684" cy="63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2749821" y="133274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93729" y="136201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3715795" y="133274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749821" y="174809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93729" y="177736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3715795" y="174809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49821" y="216344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3729" y="219272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720" dirty="0"/>
          </a:p>
        </p:txBody>
      </p:sp>
      <p:sp>
        <p:nvSpPr>
          <p:cNvPr id="25" name="Text 23"/>
          <p:cNvSpPr txBox="1"/>
          <p:nvPr/>
        </p:nvSpPr>
        <p:spPr>
          <a:xfrm>
            <a:off x="3715795" y="216344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96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720" dirty="0"/>
          </a:p>
        </p:txBody>
      </p:sp>
      <p:sp>
        <p:nvSpPr>
          <p:cNvPr id="31" name="Text 27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242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58510" y="252655"/>
            <a:ext cx="7026980" cy="72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1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510" y="979040"/>
          <a:ext cx="7026980" cy="789548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58510" y="3205676"/>
            <a:ext cx="7026980" cy="394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04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9004" y="110537"/>
            <a:ext cx="710593" cy="221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53284" y="110537"/>
            <a:ext cx="1737006" cy="221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28485" y="174934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05518" y="162586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82551" y="150239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59584" y="137891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43383" y="2296158"/>
            <a:ext cx="1756671" cy="317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3664629" y="112772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83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998623"/>
            <a:ext cx="4137614" cy="691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990" dirty="0"/>
          </a:p>
        </p:txBody>
      </p:sp>
      <p:sp>
        <p:nvSpPr>
          <p:cNvPr id="11" name="Shape 9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99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710" dirty="0"/>
          </a:p>
        </p:txBody>
      </p:sp>
      <p:sp>
        <p:nvSpPr>
          <p:cNvPr id="16" name="Text 12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633" y="1495223"/>
            <a:ext cx="249397" cy="114723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1535404" y="1518167"/>
            <a:ext cx="84795" cy="68833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721204" y="1552584"/>
            <a:ext cx="519577" cy="1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1099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80993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10887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30390" y="1402858"/>
            <a:ext cx="72741" cy="299452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3715795" y="153592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749821" y="19512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793729" y="19805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720" dirty="0"/>
          </a:p>
        </p:txBody>
      </p:sp>
      <p:sp>
        <p:nvSpPr>
          <p:cNvPr id="20" name="Text 18"/>
          <p:cNvSpPr txBox="1"/>
          <p:nvPr/>
        </p:nvSpPr>
        <p:spPr>
          <a:xfrm>
            <a:off x="3715795" y="19512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96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720" dirty="0"/>
          </a:p>
        </p:txBody>
      </p:sp>
      <p:sp>
        <p:nvSpPr>
          <p:cNvPr id="26" name="Text 22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986350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146373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321719" y="920292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21719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321719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72532" y="1470842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735088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944293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321719" y="1766979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321719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321719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72532" y="2317528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99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99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12443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3668" y="284644"/>
            <a:ext cx="7916664" cy="818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3668" y="1102996"/>
            <a:ext cx="7916664" cy="693820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55990" y="1174157"/>
            <a:ext cx="7632020" cy="551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1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1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3668" y="1903557"/>
          <a:ext cx="7916664" cy="889513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170" dirty="0"/>
                    </a:p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17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3668" y="3155694"/>
            <a:ext cx="7916664" cy="44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7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1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17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31177" y="124532"/>
            <a:ext cx="800562" cy="249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58424" y="124532"/>
            <a:ext cx="1956928" cy="249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2771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09831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2993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0054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2026-09-24T08:27:24Z</dcterms:created>
  <dcterms:modified xsi:type="dcterms:W3CDTF">2026-09-24T08:27:24Z</dcterms:modified>
</cp:coreProperties>
</file>