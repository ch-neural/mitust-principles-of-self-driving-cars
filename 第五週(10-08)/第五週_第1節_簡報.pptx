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下課前我希望每一位都做得到一件事：拿到一張沒看過的規格表，找得出這四個數字，而且知道哪一行在騙你。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螢幕上這個網址，今天三節課都會用到，現在請大家打開。我們就叫它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OS1-64。重點是它把點平均灑在一整圈。講解順序照著表由上往下走，不要跳來跳去。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左表由上往下圈：第 1、2 行兩個 Range（圈出 80% 與 10% 的差別）、第 4 行 Vertical Resolution、最後一行 Field of View。第 3、5、6 行要明講「今天跳過」。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請大家回到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，左邊選第一個型號，Ouster OS1-64——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投影片上這張是它 datasheet 的原圖，各位螢幕上那張是同一份規格，我重排過、加了中文對照。等一下對照著看。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OPTICAL PERFORMANCE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這一塊，一共七行，今天只用其中三行，從上往下看。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最上面兩行都叫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個東西寫了兩次。為什麼？因為光達是把雷射打出去，等它彈回來，再算時間差。所以看得到多遠，不是機器自己一個人決定的，對面那個東西肯彈多少光回來，也算一半。括號裡那個百分比，講的就是它有多會反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。那是把光均勻散回來的淺色表面，散回來的光很強，所以量得到 170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。深色的東西會把光吃掉，散回來的很弱，就只剩 90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今天我們先看 90 公尺這一行。請順手把後面那串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圈起來。為什麼要看那一行？第十三張整張都在講這件事。這一行就是上禮拜那條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 Minimum Range 是「最近能看多近」，今天用不到，跳過。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第四行，Vertical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 32、64、128 channels。Channel 中文叫通道，也叫線束。這就是上禮拜那條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的滑桿。買的時候要選幾線，64 線和 128 線價錢差很多。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第五行 Horizontal Resolution、第六行 Rotation Rate 先跳過，第七張和第十二張會回來講。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最後一行，Field of View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，垂直 42.4 度、水平 360 度，就是上禮拜拉的張角。不過它的水平是 360 度，因為它轉一整圈。所以這一顆的張角，你只能選上下，左右不用選。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三個滑桿，三行，都在這張表上了。上禮拜各位在模擬器上拉來拉去的那三個東西，不是我編出來的遊戲設定，是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AT128P。重點是它把同樣多的點集中在前面 120 度。一樣照表由上往下走。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左表由上往下圈：Number of channels、Horizontal FOV 與 Vertical FOV、再圈 Horizontal resolution 那一行的 Far-field 與 (10 Hz)。那兩個括號是今天的重點。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AT128P。這是一顆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這一份跟剛剛那張不一樣。它不是 datasheet，是使用手冊裡面的規格那一節，一共九行。一樣從上往下看。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第一行，Number of channels，128。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 OS1 的 Vertical Resolution 是同一件事，只是這家公司換個寫法。這就是線束數。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中間幾行講的是測距跟準不準，第三節上機會用到，今天先跳過。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Horizontal FOV 120 度、Vertical FOV 25.4 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這兩行在表上沒有排在一起，中間還隔了一行，要看仔細。它不會轉，所以只看得到前面那一塊。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 Horizontal resolution 和 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，角解析度：左右 0.1 度、上下 0.2 度。這就是第四週講了一整節的那件事——相鄰兩條射線之間差幾度。上禮拜我要各位自己去感覺那個縫有多寬，這一顆直接把數字寫給你。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不過請看清楚，那個 0.1 度前面寫著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，後面還有個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。換成 20 Hz 就變 0.2 度。又是一個有條件的數字，跟剛剛 OS1 的 80% 和 10% 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現在把兩顆放在一起想。OS1 把點灑在一整圈，AT128P 把同樣多的點集中在前面 120 度。第四週講過，同樣那些射線，攤得愈廣就愈稀。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所以這兩顆沒有誰比較好，是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。要看路口四面八方，你就要 360 度那一顆。要在高速公路上看遠方，你就要把點集中在前面那一顆。第三節上機的時候，各位會親眼看到這個差別有多大。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。AT128P 直接寫 0.1 度。所以左右方向，AT128P 密了三倍多。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身上有九個點，AT128P 有一百二十一個點。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圖上有四行，只圈最後一行 Rotation Rate 的 10 or 20 Hz（上面三行第 4、11 張講過或等一下講）。再圈上面換算出來的 100 毫秒與 1.1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讓學生第一次看懂點雲——靠下半格的相機畫面對照。順便埋兩個伏筆：夜間與隧道都是第 2 節動態範圍那張的素材。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第一次播只要他們上下找同一台車；第二次播圈夜間那段相機的黑，和隧道出口那一片白。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光達這一段的最後，我們看一下點雲到底長什麼樣。這支是 Hesai 原廠放的，三十七秒，講的就是第五張那顆 AT128。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畫面分上下兩半：上面是 AT128 的點雲，下面是同一個時刻、同一台車上的相機畫面。影片會跳三個情境，每一個左下角都有字。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第一次播，各位只做一件事：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上下對照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。在上面的點雲裡挑一台車，然後到下面的相機畫面找到同一台。對得上，你就知道那一堆點是什麼了。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第二次播，看另外兩件事。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第二個情境，Dark Road at Night。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各位看下面的相機——幾乎全黑，只剩幾盞燈。再看上面的點雲：整排行道樹、路面、路邊的東西，清清楚楚。為什麼差這麼多？因為光達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自己帶光源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。它打自己的雷射出去，不靠路燈、不靠太陽，所以晚上和白天對它沒有差別。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第三個情境，Vehicle Exiting Tunnel。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這個更明顯。下面的相機，隧道出口整片死白，前面那幾台車完全看不到。上面的點雲，那幾台車清清楚楚。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這一段請各位記住，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第二節第四張我們會回來重看一次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。那張在講相機的「動態範圍」——隧道裡很暗、隧道外很亮，同一張畫面裝不下，所以不是裡面黑掉就是外面白掉。各位剛剛看到的，就是白掉。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所以這支影片真正在講的事情是：光達和相機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不是誰取代誰，是弱點不一樣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。相機沒光就瞎，光達不怕黑；相機看得到顏色和文字，光達看不到。第三節選感測器的時候，各位會一直用到這句話。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不用圈。先讓他們自己翻工具找，找不到才翻下一頁。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讓學生親眼確認：左邊的晶片規格表沒有視野這一行，右邊同樣是相機的規格表卻有三行。兩張都是原圖。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左表從上圈到下，一邊圈一邊說「沒有、沒有、還是沒有」；右表圈 field of view 三行，再往上圈 Focal length。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AR0233AT，就是相機裡面那塊晶片。左邊這張是從 onsemi 的公開文件直接剪下來的，出處印在圖下面。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我們先看它有什麼。最上面一行 Optical format，是感光面的大小。第二行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pixels，2048 乘 1280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，就是第四週拉的那條水平解析度。第三行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size，3.0 微米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，一個像素三微米見方，這個數字等一下有用。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再往下四行：彩色濾波陣列、介面、動態範圍、封裝。七行就這樣，沒了。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view。再找「測距」，range。給各位三十秒。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都沒有。七行裡面一行都沒有。可是這兩行，就是我們前兩週天天在拉的滑桿。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現在看右邊。一樣是相機的規格表，Raspberry Pi 的 Camera Module 3。這張上面有沒有視野？有，而且有三行：對角、水平、垂直。同樣是相機的東西，為什麼一張有、一張沒有？先別急著回答。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右邊還有一行叫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，焦距。前面兩欄是 4.74 公釐，後面兩欄是 2.75 公釐。往下看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圈公式裡的焦距與感光元件寬度，再打開工具裡的第①個小工具現場算一次。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那視野要怎麼算？規格判讀台上有三個小工具，第一個就在做這件事。現在請大家打開來玩一下。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3.6 公釐的鏡頭，變成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16 公釐的鏡頭，只剩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請大家自己拉一下那個滑桿，看焦距和視野是怎麼變的。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給大家一分鐘。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圈圖裡三行模式，特別圈第三行的 x 2048 @ 10 Hz——只有 10 Hz。再現場切一次模式給他們看。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再看一個很容易讀漏的地方。第七張那張圖上，水平解析度和轉速後面都跟著同一個字：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configurable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，可以設定。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datasheet 後面幾頁就把可以設定的組合整個列出來，也就是左邊這一塊，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Lidar Operating Modes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。512 點一圈，可以配 10 Hz 或 20 Hz。1024 點一圈，也可以配 10 Hz 或 20 Hz。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請各位特別看第三行：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x 2048，只有 @ 10 Hz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。想要最密的點，就不能跑 20 Hz。廠商自己把這件事寫在表上了——要最密，就得轉慢一點。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第六張那張表我算給各位看，四十公尺的行人身上，OS1 有九個點。那是在 1024 點一圈的模式下算的。切到 2048 點一圈，左右的點加倍，九個點就變成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同一顆硬體，同一個人站在同一個位置，設定不一樣，結果就差一倍。所以買之前要問清楚：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廠商標的那個漂亮數字，是在哪一個模式下量的？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第三節上機的時候，我會請各位親自切一次。工具上的判定會從「不夠用」變成「夠用」，只是換了一個模式，什麼錢都沒多花。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當然天下沒有白吃的午餐。點數加倍，資料量也跟著加倍，車上那台電腦要算得完才行。而且剛剛看到了，2048 還配不了 20 Hz。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同一顆光達兩個測距：讓學生在真的 datasheet 上看到 170 與 90 後面那串小字。最後補一句光達看的是紅外線、不是顏色。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圈圖裡兩個括號：80% Lambertian reflectivity 與 10% Lambertian reflectivity，再圈 170 m 與 90 m。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回到剛剛請大家圈起來的那一行。左邊是 OS1 規格表上真正的那兩行，測距寫了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 170 公尺，括號裡是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Lambertian reflectivity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；第二個 90 公尺，括號裡是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。反射率的意思是：打出去的光，有幾成彈回來。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百分之八十是淺色、會把光均勻散回來的東西——白色的車、淺色的牆、水泥路面。百分之十是深色、吃光的東西——黑色的車、深色的雨衣、柏油路面。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所以同一顆光達，看白色的車看得到一百七十公尺，看黑色的車只剩九十公尺，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不過這裡要補一件事，不然各位會記成錯的：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光達看的其實不是顏色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。它只打一個波長——OS1 是 865 奈米的紅外線，AT128P 是 905 奈米。它量的是「我打出去那個波長，回來多少」，跟人眼看到的深淺只是大概相關。樹葉在我們眼裡是深綠色，在紅外線下卻很亮；有些黑色車漆看起來一樣黑，對紅外線卻反得特別好。業界現在真的在做「對光達友善的黑漆」——可見光反射率不到一成，看起來還是黑的，紅外線卻反回六成以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現在想一件事：廠商在網站上、在型錄封面上，會寫哪一個數字？當然是一百七十。哪一家廣告會寫自己比較差的那個？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可是身為工程師，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你要拿來設計的是九十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。路上一定會有黑色的車、穿深色雨衣的騎士，你不能假設全世界的東西都是白的。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以後看到規格表寫「測距 200 公尺」，第一句話要問：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那是對什麼反射率量的？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他沒寫，你就要小心。好的規格表會把兩個都寫出來，像 OS1 這樣。願不願意把比較難看的那個也印上去，其實看得出一家廠商老不老實。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AT128P 再做一次。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我在教室裡走動看大家的畫面，卡住的舉手。如果有人做得快，先做相機那一顆 AR0233AT。我先警告各位：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下一節我們往規格表的更裡面走。今天講的這幾行，其實只是表的第一頁；第二頁還有一堆數字，我挑三個最容易害你出事的來講。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OkV0Lj-uATE" TargetMode="External"/><Relationship Id="rId1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4206240" cy="2006226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op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84814"/>
            <a:ext cx="4059936" cy="1618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450978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(lấy dòng 10%) = chiều dài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Range 看 10% 那行＝射線長度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449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107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4494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Resolution = số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Vertical Resolution＝射線數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34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of View = góc quét,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Field of View＝張角，它轉一整圈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os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003683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707771" y="1417320"/>
            <a:ext cx="300138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AT128P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024140" cy="30723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at128p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00843"/>
            <a:ext cx="3877836" cy="26434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12464"/>
            <a:ext cx="38778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A02, §1.5 Specifications, p.13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801380" y="786384"/>
            <a:ext cx="38397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8013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562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008388" y="1665299"/>
            <a:ext cx="26326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channels = 128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Number of channels＝128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01380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56244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008388" y="2184289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 / Vertical FOV = 120° × 25,4°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Horizontal／Vertical FOV＝120°×25.4°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8013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562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008388" y="2883484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0,1° / 0,2° — Far-field, 10 Hz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0.1°／0.2°——Far-field、10 Hz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133" y="365760"/>
            <a:ext cx="623547" cy="38404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01380" y="475488"/>
            <a:ext cx="221031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　圖：Hesai（hesaitech.com）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AT128P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AT128P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02935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78160"/>
            <a:ext cx="8138160" cy="563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833362"/>
            <a:ext cx="8138160" cy="48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10 Hz, mỗi khung cách nhau 100 ms — chạy 40 km/h là xe đã đi 1,1 m.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Hz 的話，每一張畫面隔 100 毫秒——時速 40 的時候，車子已經走了 1.1 公尺。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6" name="Image 0" descr="/Users/tsengchenghsun/Class/carClass/Claude outputs/第五週(10-8)/src/img/w5_os1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88" y="2706624"/>
            <a:ext cx="4882824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點雲到底長什麼樣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cloud là gì: xem cùng lúc với ảnh camera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點雲到底是什麼：和相機畫面擺在一起看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02" y="1301348"/>
            <a:ext cx="3721724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圖：Hesai（hesaitech.com）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 Lidar Point Cloud View vs Camera View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Technology（原廠官方頻道）　·　0:37（三個情境，播兩次）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https://youtu.be/OkV0Lj-uATE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 là point cloud, dưới là camera cùng lúc — tìm cùng một chiếc xe ở hai bên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上面是點雲、下面是同一時刻的相機——先在兩邊找出同一台車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tối ban đêm: camera gần như đen hết, point cloud vẫn thấy cả hàng cây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夜間暗路：相機幾乎全黑，點雲整排樹都還在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 khỏi hầm: camera cháy trắng cửa hầm, point cloud vẫn thấy rõ mấy chiếc xe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出隧道：相機出口一片死白，點雲那幾台車看得清清楚楚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tự mang nguồn sáng. Đó là lý do nó và camera phải đi cùng nhau.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光達自己帶光源。這就是為什麼它和相機要一起裝。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310106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12722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298092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95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3127226" cy="1551421"/>
          </a:xfrm>
          <a:prstGeom prst="rect">
            <a:avLst/>
          </a:prstGeom>
        </p:spPr>
      </p:pic>
      <p:pic>
        <p:nvPicPr>
          <p:cNvPr id="8" name="Image 1" descr="/Users/tsengchenghsun/Class/carClass/Claude outputs/第五週(10-8)/src/img/w5_pic_ar0233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705" y="1804209"/>
            <a:ext cx="1076577" cy="7680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94360" y="3373918"/>
            <a:ext cx="3127226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4087346" y="1310492"/>
            <a:ext cx="4553734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178786" y="1401932"/>
            <a:ext cx="4370854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4251938" y="1429364"/>
            <a:ext cx="422455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950" dirty="0"/>
          </a:p>
        </p:txBody>
      </p:sp>
      <p:pic>
        <p:nvPicPr>
          <p:cNvPr id="13" name="Image 2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786" y="1804209"/>
            <a:ext cx="4370854" cy="155142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178786" y="3373918"/>
            <a:ext cx="4370854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700" dirty="0"/>
          </a:p>
        </p:txBody>
      </p:sp>
      <p:sp>
        <p:nvSpPr>
          <p:cNvPr id="15" name="Shape 10"/>
          <p:cNvSpPr/>
          <p:nvPr/>
        </p:nvSpPr>
        <p:spPr>
          <a:xfrm>
            <a:off x="502920" y="3880345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394435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1200" dirty="0"/>
          </a:p>
        </p:txBody>
      </p:sp>
      <p:pic>
        <p:nvPicPr>
          <p:cNvPr id="18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1314902" y="1288435"/>
            <a:ext cx="422458" cy="6263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1516480" y="1192287"/>
            <a:ext cx="220880" cy="72246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737360" y="1159276"/>
            <a:ext cx="1" cy="75547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737360" y="1192287"/>
            <a:ext cx="220880" cy="72246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737360" y="1288435"/>
            <a:ext cx="422458" cy="6263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75400" y="1852794"/>
            <a:ext cx="123919" cy="123919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0" name="Shape 8"/>
          <p:cNvSpPr/>
          <p:nvPr/>
        </p:nvSpPr>
        <p:spPr>
          <a:xfrm flipH="1" flipV="1">
            <a:off x="998392" y="2824237"/>
            <a:ext cx="738968" cy="15707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1261923" y="2394194"/>
            <a:ext cx="475437" cy="58711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737360" y="2225832"/>
            <a:ext cx="1" cy="75547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737360" y="2394194"/>
            <a:ext cx="475437" cy="58711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737360" y="2824237"/>
            <a:ext cx="738968" cy="15707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75400" y="2919350"/>
            <a:ext cx="123919" cy="123919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không nằm ở cảm biến — nó nằm ở ống kính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21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033416"/>
            <a:ext cx="8138160" cy="8532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978106"/>
            <a:ext cx="8138160" cy="48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lidar, đổi chế độ thì số điểm trên người ở 40 m khác hẳn.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同一顆光達，換一個模式，四十公尺行人身上的點數就整個不一樣。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6" name="Image 0" descr="/Users/tsengchenghsun/Class/carClass/Claude outputs/第五週(10-8)/src/img/w5_os1_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37" y="2706624"/>
            <a:ext cx="6417527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同一行，兩個數字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172567"/>
          </a:xfrm>
          <a:prstGeom prst="roundRect">
            <a:avLst>
              <a:gd name="adj" fmla="val 935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ran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5644"/>
            <a:ext cx="4059936" cy="81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812647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97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lidar, hai con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84940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88597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80%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84940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sáng: xe trắng, tường màu nhạt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淺色、散得回來：白色的車、淺色的牆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839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496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839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tối: xe đen, áo mưa sẫm màu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深色、反射弱：黑色的車、深色雨衣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73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39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số nào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要用哪個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73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dùng 90 m — ngoài đường có xe đen.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設計用 90 公尺。路上一定有黑色的車。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AT128P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AT128P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2026-10-02T14:48:19Z</dcterms:created>
  <dcterms:modified xsi:type="dcterms:W3CDTF">2026-10-02T14:48:19Z</dcterms:modified>
</cp:coreProperties>
</file>