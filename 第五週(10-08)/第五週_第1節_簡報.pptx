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請大家在工具上選第一個型號，Ouster OS1-64。這是一顆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的光達，車頂上會轉的那一種，第三週影片裡看過。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現在看規格表，我們找三行。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第一行，Vertical Resolution，垂直解析度。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 32、64、128 channels。Channel 中文叫通道，也叫線束。這就是上禮拜那條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的滑桿。你買的時候要選要幾線，線愈多愈貴。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第二行，Field of View，視野。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上面寫垂直 42.4 度、水平 360 度。上禮拜我們拉的張角，就是這一行。不過請注意，它的水平是 360 度，因為它會轉一整圈，所以「張角」對這一顆來說只剩垂直方向要選。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第三行，Range，測距。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 90 公尺。這就是射線長度那條滑桿。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三個滑桿，三行，都在這裡了。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所以上禮拜各位在模擬器上拉來拉去的那三個東西，不是我編出來的遊戲設定，是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。買 64 線和買 128 線，價錢差很多。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還有一件事現在先記著，等一下第九張我們會回來算：這一行測距寫 90 公尺，但它後面跟了一串英文——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。那串字很重要，先把它圈起來。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一樣找那三行。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線束數是 128。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視野是水平 120 度、垂直 25.4 度。它不轉，所以只看得到前面那一塊。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第三行不一樣了。這一顆的規格表上，直接寫了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Angular Resolution，角解析度：水平 0.1 度、垂直 0.2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這一行請大家特別注意，因為它就是第四週我們講了一整節的那件事——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相鄰兩條射線之間差幾度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。上禮拜我要各位自己去感覺縫有多寬，這一顆的廠商直接把數字寫給你了。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好，現在把兩顆放在一起想。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把點灑在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 把同樣多的點集中在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。第四週我們講過什麼？同樣那些射線，攤得愈廣就愈稀，集中起來就愈密。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所以這兩顆不是誰比較好，是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。要看路口四面八方，你要 360 度那一顆；要在高速公路上看遠方，你要把點集中在前面那一顆。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 直接寫 0.1 度。所以左右方向，AT128 密了三倍多。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 有一百二十一個點。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車用的影像感測器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，就是相機裡面那塊晶片。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先看有的東西。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 2048 乘 1280 個像素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，差不多兩百六十萬畫素。第四週我們在模擬器上拉的那條「水平解析度」，就是這個 2048。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一個像素 3 微米見方。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這個數字等一下有用，先記著。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更新率是 1080p 每秒 60 張。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比光達的 10 Hz 快了六倍。這是相機的強項，第三週講過，它便宜又快。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請大家在表上找找看有沒有「視野」那一行。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找三十秒，找不到的舉手。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沒有，表上真的沒有。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再找找看有沒有「測距」那一行。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這兩行，就是我們前兩週天天在拉的滑桿，可是這張規格表上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有沒有人猜得到為什麼？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下一頁我把答案講清楚。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答案是這樣。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再看一行很容易讀漏的字。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的規格表上，水平解析度那一行寫的是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 (configurable)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。最後那個字很重要，configurable，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可以設定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轉速那一行也一樣：10 or 20 Hz，可以設定。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剛剛那張表我算給各位看，四十公尺的行人身上 OS1 有九個點。那是在 1024 點一圈的模式下算的。如果你把它切到 2048 點一圈，左右的點會加倍，九個點就變成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所以同一顆硬體，同一個人站在同一個位置，因為設定不同，結果可以差一倍。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這件事在工程上很重要，因為它告訴你：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買之前要問清楚，廠商標的那個漂亮數字，是在哪一個模式下量的。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第三節上機的時候，我會請各位親自切一次。各位會看到工具上的判定，從「不夠用」變成「夠用」——只是換了一個模式，什麼錢都沒多花。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當然天下沒有白吃的午餐。點數加倍，資料量也加倍，車上那台電腦要跟得上才行。第四週講過的那句話還是成立：沒有一個規格是免費的。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的規格表上，測距寫了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第一個：170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第二個：90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反射率的意思是：打出去的光，有幾成彈回來。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百分之八十，是很亮、很會反光的東西——白色的車、反光背心、路上的標誌牌。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百分之十，是深色、吃光的東西——黑色的車、深色的雨衣、柏油路面。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現在請大家想一件事：廠商在網站上、在型錄封面上，會寫哪一個數字？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當然是一百七十。哪一家廣告會寫自己比較差的那個數字？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你要用來設計的是九十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。因為路上一定會有黑色的車、穿深色雨衣的機車騎士。你不能假設全世界的東西都是白的。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所以以後看到規格表上寫「測距 200 公尺」，第一句話要問：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那是對什麼顏色量的？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如果他沒寫，那就是一個警訊。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好的規格表會把兩個都寫出來，像 OS1 這樣。這其實是一家廠商誠不誠實的指標。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右邊工具的第三個小工具就在講這件事，各位可以自己看一下。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 再做一次。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我在教室裡走動，卡住的舉手。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我在教室裡走動看大家的畫面。如果有人做得快，先做相機那一顆 AR0233AT。我先警告各位：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88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008479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209647"/>
            <a:ext cx="7132320" cy="612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610141" y="1806781"/>
            <a:ext cx="269877" cy="15581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679708" y="1723874"/>
            <a:ext cx="200310" cy="23872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773436" y="1669761"/>
            <a:ext cx="106583" cy="292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880019" y="1650967"/>
            <a:ext cx="0" cy="311628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880019" y="1669761"/>
            <a:ext cx="106583" cy="292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880019" y="1723874"/>
            <a:ext cx="200310" cy="23872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80019" y="1806781"/>
            <a:ext cx="269877" cy="15581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1453" y="1934029"/>
            <a:ext cx="57132" cy="57132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1399398" y="1630192"/>
            <a:ext cx="415503" cy="415503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14901" y="1837944"/>
            <a:ext cx="103876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87068" y="1941820"/>
            <a:ext cx="89959" cy="5193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11025" y="2017862"/>
            <a:ext cx="51938" cy="8995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7149" y="2045696"/>
            <a:ext cx="0" cy="10387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1451336" y="2017862"/>
            <a:ext cx="51938" cy="8995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337272" y="1941820"/>
            <a:ext cx="89959" cy="5193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95522" y="1837944"/>
            <a:ext cx="103876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337272" y="1682130"/>
            <a:ext cx="89959" cy="5193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1451336" y="1568067"/>
            <a:ext cx="51938" cy="8995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1607149" y="1526316"/>
            <a:ext cx="0" cy="10387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711025" y="1568067"/>
            <a:ext cx="51938" cy="8995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787068" y="1682130"/>
            <a:ext cx="89959" cy="5193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78584" y="1809378"/>
            <a:ext cx="57132" cy="57132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1191646" y="1786920"/>
            <a:ext cx="103876" cy="102047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295144" y="140019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350008" y="143676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502152" y="1400190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64 / 128 channels — đây chính là thanh «số tia» của tuần trước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32 / 64 / 128 channels——這就是上週那條「射線數」滑桿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95144" y="191918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350008" y="195575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3502152" y="1919180"/>
            <a:ext cx="5138928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42.4°, Horizontal 360° — thanh «góc quét», nhưng nó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垂直 42.4°、水平 360°——就是「張角」，只是它轉一整圈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295144" y="2618375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50008" y="2654951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502152" y="2618375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 với vật phản xạ 10% — thanh «chiều dài tia»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 10% 反射率的目標 90 公尺——就是「射線長度」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4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920221" y="1018382"/>
            <a:ext cx="323363" cy="47940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074515" y="944788"/>
            <a:ext cx="169069" cy="55299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243584" y="919521"/>
            <a:ext cx="0" cy="5782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243584" y="944788"/>
            <a:ext cx="169069" cy="55299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243584" y="1018382"/>
            <a:ext cx="323363" cy="47940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7227" y="1461431"/>
            <a:ext cx="72713" cy="7271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677954" y="2193935"/>
            <a:ext cx="565630" cy="12022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879669" y="1864766"/>
            <a:ext cx="363915" cy="44939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243584" y="1735897"/>
            <a:ext cx="0" cy="5782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243584" y="1864766"/>
            <a:ext cx="363915" cy="44939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243584" y="2193935"/>
            <a:ext cx="565630" cy="12022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7227" y="2277807"/>
            <a:ext cx="72713" cy="7271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295144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50008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502152" y="1665299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channels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128 channels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95144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350008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502152" y="2184289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 ngang × 25.4° dọc — không quay, chỉ nhìn phía trước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 120°、垂直 25.4°——它不轉，只看前面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95144" y="270328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50008" y="273985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502152" y="2703280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0.1° ngang × 0.2° dọc — hãng viết thẳng ra góc, không phải chia ngược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左右 0.1°、上下 0.2°——這一顆直接把角度寫出來，不用自己除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9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125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93947" y="2203613"/>
            <a:ext cx="929396" cy="755477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39047" y="2048073"/>
            <a:ext cx="929396" cy="755477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4148" y="1892534"/>
            <a:ext cx="929396" cy="755477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9249" y="1736994"/>
            <a:ext cx="929396" cy="755477"/>
          </a:xfrm>
          <a:prstGeom prst="roundRect">
            <a:avLst>
              <a:gd name="adj" fmla="val 6052"/>
            </a:avLst>
          </a:prstGeom>
          <a:solidFill>
            <a:srgbClr val="8A5A00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" y="2892430"/>
            <a:ext cx="2212848" cy="399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10 000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420580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517631"/>
            <a:ext cx="5212080" cy="871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quay 10 hoặc 20 vòng mỗi giây. Ở 10 Hz, mỗi khung cách nhau 100 ms — chạy 40 km/h thì trong khoảng đó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每秒轉 10 圈或 20 圈。10 Hz 的話，每一張畫面隔 100 毫秒——時速 40 的時候，這段時間車子已經走了 1.1 公尺。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9282" y="1868317"/>
            <a:ext cx="311628" cy="143349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5" name="Shape 3"/>
          <p:cNvSpPr/>
          <p:nvPr/>
        </p:nvSpPr>
        <p:spPr>
          <a:xfrm>
            <a:off x="777701" y="1896986"/>
            <a:ext cx="105953" cy="86009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09863" y="1939991"/>
            <a:ext cx="649224" cy="0"/>
          </a:xfrm>
          <a:prstGeom prst="line">
            <a:avLst/>
          </a:prstGeom>
          <a:noFill/>
          <a:ln w="2032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172169" y="1854952"/>
            <a:ext cx="0" cy="170078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34475" y="1854952"/>
            <a:ext cx="0" cy="170078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96781" y="1854952"/>
            <a:ext cx="0" cy="170078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6103" y="1752905"/>
            <a:ext cx="90891" cy="374172"/>
          </a:xfrm>
          <a:prstGeom prst="roundRect">
            <a:avLst>
              <a:gd name="adj" fmla="val 21429"/>
            </a:avLst>
          </a:prstGeom>
          <a:solidFill>
            <a:srgbClr val="D946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295144" y="140019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350008" y="143676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ảnh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502152" y="1400190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2048 × 1280 (2.6 MP), mỗi điểm ảnh 3.0 µm vuông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2048 × 1280（2.6 MP），一個像素 3 微米見方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95144" y="191918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350008" y="195575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502152" y="1919180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fps ở 1080p — nhanh hơn lidar sáu lần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1080p 每秒 60 張——比光達快六倍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95144" y="243817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350008" y="247474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沒有的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502152" y="2438170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dòng góc nhìn, cũng không có dòng tầm đo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沒有視野那一行，也沒有測距那一行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này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我們最需要的兩個東西，這張表上偏偏都沒有。為什麼？</a:t>
            </a:r>
            <a:endParaRPr lang="en-US" sz="1200" dirty="0"/>
          </a:p>
        </p:txBody>
      </p:sp>
      <p:pic>
        <p:nvPicPr>
          <p:cNvPr id="2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0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0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19272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44764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70256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195748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19272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64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1957485" y="2292492"/>
            <a:ext cx="133320" cy="1333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119740" y="2359152"/>
            <a:ext cx="286785" cy="0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9272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64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256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195748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23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OS1: mỗi vòng 512 / 1024 / 2048 điểm, quay 10 hoặc 20 Hz. Cùng một con lidar, chọn chế độ khác thì số điểm trên người ở 40 m đổi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的每圈點數可以選 512 / 1024 / 2048，轉速可以選 10 或 20 Hz。同一顆光達，換一個模式，四十公尺行人身上的點數就整個不一樣。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25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con lidar, hai con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nguyên văn từ datasheet OS1. Chú ý phần chữ nhỏ phía sau.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照抄 OS1 規格表上的兩行。請注意後面那一串小字。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量的是什麼東西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Ngoài đường là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路上是誰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(80% reflectivity)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Range（80%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sáng, phản xạ mạnh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亮色、反射強的東西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trắng, áo phản quang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白色的車、反光背心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(10% reflectivity)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tối, phản xạ yếu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深色、反射弱的東西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áo mưa sẫm màu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黑色的車、深色雨衣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324398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2026-09-23T02:17:04Z</dcterms:created>
  <dcterms:modified xsi:type="dcterms:W3CDTF">2026-09-23T02:17:04Z</dcterms:modified>
</cp:coreProperties>
</file>