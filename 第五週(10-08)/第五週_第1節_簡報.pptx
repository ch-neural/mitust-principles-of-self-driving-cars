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請大家在工具上選 Ouster OS1-64，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的光達，車頂上會轉的那一種。左邊這張是它 datasheet 上的 OPTICAL PERFORMANCE，一共七行，今天只用其中三行，從上往下看。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。那是很亮、很會反光的表面，彈回來的光很強，所以量得到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。深色的東西會把光吃掉，彈回來很弱，就只剩 90 公尺。同一顆光達，放在同一個地方，差別只在它看的東西是什麼顏色。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圈起來。為什麼要看那一行？第十二張整張都在講這件事。這一行就是上禮拜那條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先跳過，第七張和第十一張會回來講。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Hz)。那兩個括號是今天的重點。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這一份跟剛剛那張不一樣。它不是 datasheet，是使用手冊裡面的規格那一節，一共九行。一樣從上往下看。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20 Hz 就變 0.2 度。又是一個有條件的數字，跟剛剛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不用圈。先讓他們自己翻工具找，找不到才翻下一頁。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圈公式裡的焦距與感光元件寬度，再打開工具裡的第①個小工具現場算一次。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那視野要怎麼算？右邊工具裡的第一個小工具就在做這件事，現在請大家打開來玩一下。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請大家自己拉一下那個滑桿，看焦距和視野是怎麼變的。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給大家一分鐘。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圈圖裡兩個括號：80% Lambertian reflectivity 與 10% Lambertian reflectivity，再圈 170 m 與 90 m。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百分之八十是很亮、很會反光的東西——白色的車、反光背心、標誌牌。百分之十是深色、吃光的東西——黑色的車、深色的雨衣、柏油路面。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他沒寫，你就要小心。好的規格表會把兩個都寫出來，像 OS1 這樣。願不願意把比較難看的那個也印上去，其實看得出一家廠商老不老實。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80142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2646306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78160"/>
            <a:ext cx="8138160" cy="563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33362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2" name="Image 1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7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314902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51648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737360" y="1159276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73736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737360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75400" y="1852794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998392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1261923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7360" y="2225832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737360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737360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75400" y="2919350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không nằm ở cảm biến — nó nằm ở ống kính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21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33416"/>
            <a:ext cx="8138160" cy="853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978106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áo phản quang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亮色、反射強：白色的車、反光背心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14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2026-10-02T06:47:35Z</dcterms:created>
  <dcterms:modified xsi:type="dcterms:W3CDTF">2026-10-02T06:47:35Z</dcterms:modified>
</cp:coreProperties>
</file>