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這件事對自駕有多要緊，看左邊這張動圖。這是同一幀河內街景，我把它降到各個鏡頭在四十公尺該有的像素數，再放大給各位看。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各位看畫面：左邊還看得出是一台機車、有個人坐在上面；右邊就只剩一團東西。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0642"/>
            <a:ext cx="3419856" cy="157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同一幀河內街景，降到各鏡頭在 40 公尺該有的像素數再放大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1123982"/>
            <a:ext cx="4261104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379976" y="2221033"/>
            <a:ext cx="4261104" cy="1464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2026-10-02T15:09:13Z</dcterms:created>
  <dcterms:modified xsi:type="dcterms:W3CDTF">2026-10-02T15:09:13Z</dcterms:modified>
</cp:coreProperties>
</file>