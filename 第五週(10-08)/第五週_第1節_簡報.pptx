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Hz)。那兩個條件是今天的重點。先圈那兩行後面的②，再圈圖下面那條註解——7.2 就印在那裡，不必寫白板。備答：有人會問近場和遠場是不是同一批線束——是同一批，但不是同一次發射。128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。各位先看一件事：Horizontal resolution 和 Vertical resolution 這兩行的後面，都跟著一個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圈起來的②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。那是手冊的註腳記號。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遠場到底從幾公尺開始？這個數字不在表上，在註腳裡。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我把那條註解接在表格下面了，各位看——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②：遠場是超過七點二公尺，近場是零點五到七點二公尺。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這件事本身就要記住：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規格表上最關鍵的定義，常常不在表格裡，在那個小小的記號後面。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在原始手冊裡，這張表在第 13 頁，這條註解在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15 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，隔了兩頁。講義最後的附錄兩頁都附了，各位可以自己翻去對。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知道分界在哪裡，才看得懂那兩行：遠場左右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一列一列圈。重點在角解析度那一列——集中的那顆密很多。想現場把最後一列演一次：切到判讀台的「判讀與試算」，最上面的情境選「河內尖峰」（40 公尺的機車），再用判定上方那排型號鈕切 OS1（9 點）和 AT128P（121 點）。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不要用小工具②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——它寫死 360 度和 42.4 度垂直視野，只模擬旋轉式，拿它算 AT128P 會得到 18 不是 121。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同樣一台機車停在四十公尺外，OS1 在它身上打到九個點，AT128P 打到一百二十一個點。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線」，你只會覺得差一倍；算到四十公尺的機車身上，差的是十三倍。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第二節第五張我們會回來重看一次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第六張那張表我算給各位看，四十公尺的機車身上，OS1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附錄：光達那份規格書的完整原頁（規格那三頁），備查用。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附錄：AT128P 使用手冊的規格那兩頁，備查用。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上課不唸。第 1 節第 5 張圈的 Far-field 與 (10 Hz)，原文就在左邊那一頁。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3406718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9880"/>
            <a:ext cx="3260414" cy="26253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2604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§1.5, p.13 的表 ＋ p.15 的註解②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83958" y="786384"/>
            <a:ext cx="445712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183958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38822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390966" y="1665299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83958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38822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390966" y="2184289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83958" y="27032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38822" y="27398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390966" y="2703280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183958" y="475488"/>
            <a:ext cx="282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xe máy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同一顆光達，換一個模式，四十公尺機車身上的點數就整個不一樣。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2026-10-06T12:50:44Z</dcterms:created>
  <dcterms:modified xsi:type="dcterms:W3CDTF">2026-10-06T12:50:44Z</dcterms:modified>
</cp:coreProperties>
</file>