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各位回想一下模擬器上那三條：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射線數、射線長度、張角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。拉一拉，車子就撞或不撞。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今天要做的事是翻開真的規格表，把這三條指出來。它們在表上不叫這個名字，廠商寫的是英文，而且分散在不同的行。等一下我一行一行帶各位找。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找完各位會發現：那三條不是遊戲的設定，是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要花錢買的東西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第二節第四張我們會回來重看一次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不用圈。唸完真的停三十秒讓他們自己找，找不到才翻下一頁——自己找過才記得住。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題目我先講出來：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相機的規格表上，找不到視野。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各位現在就打開判讀台，切到 AR0233AT 那一頁，從上到下找——找「視野」、找 FOV、找「幾度」。先不要翻下一頁，自己找三十秒。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提醒一句：找不到不是你不會找，也不是廠商漏寫。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那一行本來就不該在那裡。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他沒寫，你就要小心。好的規格表會把兩個都寫出來，像 OS1 這樣。願不願意把比較難看的那個也印上去，其實看得出一家廠商老不老實。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第③個小工具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可以自己拉：一條距離軸，白色車畫到 170 公尺、黑色車只畫到 90 公尺。把目標距離拉到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，白色車還看得到，黑色車已經看不到了——同一個距離、同一顆光達，只是換個顏色。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附錄：相機那份規格書的完整原頁，備查用。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上課不唸。學生問「你圈的那一行在哪」的時候翻到這裡，或放映時放大看。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第一節我們圈過的那幾行——有效像素、像素尺寸、動態範圍、LED 閃爍抑制——全部都在左邊那一頁上。右邊第二頁是封裝尺寸，上面寫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各位記得第二張我說過的：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16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16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16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16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914400"/>
            <a:ext cx="426110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16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16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2026-10-04T02:49:10Z</dcterms:created>
  <dcterms:modified xsi:type="dcterms:W3CDTF">2026-10-04T02:49:10Z</dcterms:modified>
</cp:coreProperties>
</file>