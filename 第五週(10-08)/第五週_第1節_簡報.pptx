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附錄：光達那份規格書的完整原頁（規格那三頁），備查用。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附錄：AT128P 使用手冊的規格那兩頁，備查用。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上課不唸。第 1 節第 5 張圈的 Far-field 與 (10 Hz)，原文就在左邊那一頁。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2026-10-05T14:51:22Z</dcterms:created>
  <dcterms:modified xsi:type="dcterms:W3CDTF">2026-10-05T14:51:22Z</dcterms:modified>
</cp:coreProperties>
</file>