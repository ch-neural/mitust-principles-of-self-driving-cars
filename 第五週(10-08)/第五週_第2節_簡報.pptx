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a:t>
            </a:r>
            <a:r>
              <a:rPr sz="1200" b="1" lang="zh-TW" dirty="0">
                <a:solidFill>
                  <a:srgbClr val="000000"/>
                </a:solidFill>
                <a:latin typeface="Arial Unicode MS"/>
                <a:ea typeface="Arial Unicode MS"/>
                <a:cs typeface="Arial Unicode MS"/>
              </a:rPr>
              <a:t>波長、眼睛安全、回波次數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這顆東西能不能裝上車</a:t>
            </a:r>
            <a:r>
              <a:rPr sz="1200" lang="zh-TW" dirty="0">
                <a:solidFill>
                  <a:srgbClr val="000000"/>
                </a:solidFill>
                <a:latin typeface="Arial Unicode MS"/>
                <a:ea typeface="Arial Unicode MS"/>
                <a:cs typeface="Arial Unicode MS"/>
              </a:rPr>
              <a:t>。少了其中一行，整顆就不要裝。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2026-10-03T14:22:31Z</dcterms:created>
  <dcterms:modified xsi:type="dcterms:W3CDTF">2026-10-03T14:22:31Z</dcterms:modified>
</cp:coreProperties>
</file>