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Tunnel——下面的相機，隧道出口一片死白，前面那幾台車完全看不到；上面的點雲卻清清楚楚。</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我現在把那十秒再播一次，這次各位只看下面那一格。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圈「人眼看不出來」與「相機看得出來」，兩邊各指一次。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所以車用的影像感測器要特別處理這件事，作法是</a:t>
            </a:r>
            <a:r>
              <a:rPr sz="800" b="1" lang="zh-TW" dirty="0">
                <a:solidFill>
                  <a:srgbClr val="000000"/>
                </a:solidFill>
                <a:latin typeface="Arial Unicode MS"/>
                <a:ea typeface="Arial Unicode MS"/>
                <a:cs typeface="Arial Unicode MS"/>
              </a:rPr>
              <a:t>把曝光拆成好幾段</a:t>
            </a:r>
            <a:r>
              <a:rPr sz="800" lang="zh-TW" dirty="0">
                <a:solidFill>
                  <a:srgbClr val="000000"/>
                </a:solidFill>
                <a:latin typeface="Arial Unicode MS"/>
                <a:ea typeface="Arial Unicode MS"/>
                <a:cs typeface="Arial Unicode MS"/>
              </a:rPr>
              <a:t>，讓每一張畫面一定會涵蓋到 LED 亮著的時候。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2300" dirty="0"/>
          </a:p>
        </p:txBody>
      </p:sp>
      <p:sp>
        <p:nvSpPr>
          <p:cNvPr id="10" name="Shape 8"/>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9"/>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3"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2026-10-03T07:33:51Z</dcterms:created>
  <dcterms:modified xsi:type="dcterms:W3CDTF">2026-10-03T07:33:51Z</dcterms:modified>
</cp:coreProperties>
</file>