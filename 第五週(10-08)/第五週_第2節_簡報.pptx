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，一百赫茲就是十毫秒。一秒三十張、一張有三十三毫秒，時間上放得下。問題是會過曝，所以真正的功夫在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2026-10-03T12:57:37Z</dcterms:created>
  <dcterms:modified xsi:type="dcterms:W3CDTF">2026-10-03T12:57:37Z</dcterms:modified>
</cp:coreProperties>
</file>