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閃爍，第九張那張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dB 那個數字，再圈隧道口那個例子。這一條學生最有感。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275342"/>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930544"/>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2026-10-02T13:53:45Z</dcterms:created>
  <dcterms:modified xsi:type="dcterms:W3CDTF">2026-10-02T13:53:45Z</dcterms:modified>
</cp:coreProperties>
</file>