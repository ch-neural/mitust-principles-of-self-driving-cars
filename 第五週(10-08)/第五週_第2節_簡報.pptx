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三張全部抓到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那界線到底在哪裡？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一千四百奈米。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四百到一千四百奈米這一段，法規上叫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視網膜危害區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——眼睛對這一段是透明的，光會被水晶體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聚焦到視網膜上一個小點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，功率密度放大大約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十萬倍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，所以很小的功率就燒得起來，而且視網膜燒了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不會再生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。超過一千四百，水就在角膜那裡把它擋下來了。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和 865 在區內，1550 在區外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——差的就是這條線。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這裡再擋一個誤會：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不是波長愈長雷射就愈有力。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功率是你驅動多大電流決定的，跟波長沒關係。1550 之所以打得強，是因為它站在危害區外面，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法規讓它打到那麼強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——雷射本身沒有變強。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照表由上往下走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，一列一招。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第一列，整束彈走、什麼都收不到——靠雷達補。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毫米波碰到鏡面的行為跟雷射完全不一樣，光達是洞的那一塊，雷達常常還看得到。這一招是最重要的，因為第一列那種狀況，光達自己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什麼辦法都沒有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第二列，鬼點——靠多次回波加時間比對。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玻璃本身回來一點點，被彈到旁邊再回來的是另一個，兩個都收下來，再比對前後幾張，不會穩定移動的就是鬼點。注意，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多次回波對第一列沒有用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第三列，回歸反射——靠看反射強度。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還有第四招，可是它不在表上。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為什麼不在？因為這張表是「一列一招」，而這一招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，塞不進任何一格——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高精地圖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。哪裡有玻璃帷幕、哪個路口容易積水，事先標成風險區，開到那裡就把光達的權重調低。它做的是「事先知道這裡危險」。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所以一共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四招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：表上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三招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，加上這個橫跨三種的高精地圖。講義 3.2 把這四招列成一張清單，順序和這張表一樣，各位可以回去對。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307938"/>
          </a:xfrm>
          <a:prstGeom prst="roundRect">
            <a:avLst>
              <a:gd name="adj" fmla="val 838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7998"/>
            <a:ext cx="4059936" cy="944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94801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Cấp an toàn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雷射安全等級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Product Class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Class 1（IEC/EN 60825-1）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雷射波長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226130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Wavelength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865 奈米（在視網膜危害區內）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786961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823537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kính 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出口光束直徑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786961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Diameter Exiting Sensor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9.5 公釐（愈寬愈安全）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83480" y="3347792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3384368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phân kỳ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光束發散角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90488" y="3347792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Divergence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0.18 度（100 m 外約 31 cm）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0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2026-10-07T05:18:06Z</dcterms:created>
  <dcterms:modified xsi:type="dcterms:W3CDTF">2026-10-07T05:18:06Z</dcterms:modified>
</cp:coreProperties>
</file>