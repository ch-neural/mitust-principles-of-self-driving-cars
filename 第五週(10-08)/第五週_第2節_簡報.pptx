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這裡要先擋一個誤會。第三週我們用竹竿講過：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a:t>
            </a:r>
            <a:r>
              <a:rPr sz="800" b="1" lang="zh-TW" dirty="0">
                <a:solidFill>
                  <a:srgbClr val="000000"/>
                </a:solidFill>
                <a:latin typeface="Arial Unicode MS"/>
                <a:ea typeface="Arial Unicode MS"/>
                <a:cs typeface="Arial Unicode MS"/>
              </a:rPr>
              <a:t>波長和障礙物的大小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。那跟大小沒關係，跟水這種分子吃哪些波長有關。而且水吸光的曲線不是一條斜線，是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：九百奈米附近水幾乎不吸，到一千五百五就變得很會吸。所以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那竹竿那條規則在今天這張還算不算數？算，但它把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。兩個只差一點七倍，而霧滴有幾十微米——它們都比霧滴小一千倍左右，所以在竹竿那條規則裡誰也沒有比較會繞過去，兩個一樣會被雨霧散射。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2026-10-03T14:39:14Z</dcterms:created>
  <dcterms:modified xsi:type="dcterms:W3CDTF">2026-10-03T14:39:14Z</dcterms:modified>
</cp:coreProperties>
</file>