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。這三行決定了你的相機在隧道口和紅綠燈前面會不會瞎掉。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段落分隔。宣告接下來三行決定逆光與進隧道會發生什麼事。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圈示意圖上時間差那個箭頭，再圈下方高速物體被拉歪的例子。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先講第一行，</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。規格表上寫 rolling shutter 或者 global shutter。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——像我們昨天看的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dB 那個數字，再圈隧道口那個例子。這一條學生最有感。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左右。我們昨天那顆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第三週我們在工具上按「逆光眩光」，相機的有效距離從八十公尺掉到十八公尺。那一顆的動態範圍就是不夠。動態範圍愈高的相機，那個按鈕對它的傷害就愈小。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請打開工具，看右邊第二個小工具，「每秒點數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第一句，相機的三行。</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14</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14</a:t>
            </a:r>
            <a:endParaRPr lang="en-US" sz="900" dirty="0"/>
          </a:p>
        </p:txBody>
      </p:sp>
      <p:sp>
        <p:nvSpPr>
          <p:cNvPr id="21"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14</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14</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117816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p:txBody>
      </p:sp>
      <p:sp>
        <p:nvSpPr>
          <p:cNvPr id="4" name="Text 2"/>
          <p:cNvSpPr txBox="1"/>
          <p:nvPr/>
        </p:nvSpPr>
        <p:spPr>
          <a:xfrm>
            <a:off x="502920" y="1833362"/>
            <a:ext cx="8138160" cy="48148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1275342"/>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p:txBody>
      </p:sp>
      <p:sp>
        <p:nvSpPr>
          <p:cNvPr id="4" name="Text 2"/>
          <p:cNvSpPr txBox="1"/>
          <p:nvPr/>
        </p:nvSpPr>
        <p:spPr>
          <a:xfrm>
            <a:off x="502920" y="1930544"/>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250" dirty="0"/>
          </a:p>
        </p:txBody>
      </p:sp>
      <p:sp>
        <p:nvSpPr>
          <p:cNvPr id="5" name="Shape 3"/>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6"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14</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12 / 14</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110305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p:txBody>
      </p:sp>
      <p:sp>
        <p:nvSpPr>
          <p:cNvPr id="4" name="Text 2"/>
          <p:cNvSpPr txBox="1"/>
          <p:nvPr/>
        </p:nvSpPr>
        <p:spPr>
          <a:xfrm>
            <a:off x="502920" y="1758252"/>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250" dirty="0"/>
          </a:p>
        </p:txBody>
      </p:sp>
      <p:sp>
        <p:nvSpPr>
          <p:cNvPr id="5" name="Shape 3"/>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6"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14</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2026-10-02T06:47:35Z</dcterms:created>
  <dcterms:modified xsi:type="dcterms:W3CDTF">2026-10-02T06:47:35Z</dcterms:modified>
</cp:coreProperties>
</file>