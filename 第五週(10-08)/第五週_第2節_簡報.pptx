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Tunnel——下面的相機，隧道出口一片死白，前面那幾台車完全看不到；上面的點雲卻清清楚楚。</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我現在把那十秒再播一次，這次各位只看下面那一格。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，一百赫茲就是十毫秒。一秒三十張、一張有三十三毫秒，時間上放得下。問題是會過曝，所以真正的功夫在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10" name="Shape 8"/>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9"/>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3"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2026-10-03T12:48:17Z</dcterms:created>
  <dcterms:modified xsi:type="dcterms:W3CDTF">2026-10-03T12:48:17Z</dcterms:modified>
</cp:coreProperties>
</file>