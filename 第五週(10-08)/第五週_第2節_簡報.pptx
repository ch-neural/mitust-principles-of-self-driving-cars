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。光達的前提很簡單：打出去的光，會從對面</a:t>
            </a:r>
            <a:r>
              <a:rPr sz="800" b="1" lang="zh-TW" dirty="0">
                <a:solidFill>
                  <a:srgbClr val="000000"/>
                </a:solidFill>
                <a:latin typeface="Arial Unicode MS"/>
                <a:ea typeface="Arial Unicode MS"/>
                <a:cs typeface="Arial Unicode MS"/>
              </a:rPr>
              <a:t>散一點</a:t>
            </a:r>
            <a:r>
              <a:rPr sz="800" lang="zh-TW" dirty="0">
                <a:solidFill>
                  <a:srgbClr val="000000"/>
                </a:solidFill>
                <a:latin typeface="Arial Unicode MS"/>
                <a:ea typeface="Arial Unicode MS"/>
                <a:cs typeface="Arial Unicode MS"/>
              </a:rPr>
              <a:t>回來。上一節講的 80% 和 10%，都是在講「散回來多少」。表上這三列的共同點，就是</a:t>
            </a:r>
            <a:r>
              <a:rPr sz="800" b="1" lang="zh-TW" dirty="0">
                <a:solidFill>
                  <a:srgbClr val="000000"/>
                </a:solidFill>
                <a:latin typeface="Arial Unicode MS"/>
                <a:ea typeface="Arial Unicode MS"/>
                <a:cs typeface="Arial Unicode MS"/>
              </a:rPr>
              <a:t>這個前提不成立</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但三列不是三種鏡面。</a:t>
            </a:r>
            <a:r>
              <a:rPr sz="800" b="1" lang="zh-TW" dirty="0">
                <a:solidFill>
                  <a:srgbClr val="000000"/>
                </a:solidFill>
                <a:latin typeface="Arial Unicode MS"/>
                <a:ea typeface="Arial Unicode MS"/>
                <a:cs typeface="Arial Unicode MS"/>
              </a:rPr>
              <a:t>前兩列是同一種表面——鏡面，差在幾何</a:t>
            </a:r>
            <a:r>
              <a:rPr sz="800" lang="zh-TW" dirty="0">
                <a:solidFill>
                  <a:srgbClr val="000000"/>
                </a:solidFill>
                <a:latin typeface="Arial Unicode MS"/>
                <a:ea typeface="Arial Unicode MS"/>
                <a:cs typeface="Arial Unicode MS"/>
              </a:rPr>
              <a:t>：彈出去的方向什麼都沒有就什麼都收不到，那個方向剛好有東西就收到一個鬼點。</a:t>
            </a:r>
            <a:r>
              <a:rPr sz="800" b="1" lang="zh-TW" dirty="0">
                <a:solidFill>
                  <a:srgbClr val="000000"/>
                </a:solidFill>
                <a:latin typeface="Arial Unicode MS"/>
                <a:ea typeface="Arial Unicode MS"/>
                <a:cs typeface="Arial Unicode MS"/>
              </a:rPr>
              <a:t>第三列根本不是鏡面</a:t>
            </a:r>
            <a:r>
              <a:rPr sz="800" lang="zh-TW" dirty="0">
                <a:solidFill>
                  <a:srgbClr val="000000"/>
                </a:solidFill>
                <a:latin typeface="Arial Unicode MS"/>
                <a:ea typeface="Arial Unicode MS"/>
                <a:cs typeface="Arial Unicode MS"/>
              </a:rPr>
              <a:t>，是</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——鏡面守「入射角等於反射角」，回歸反射不守，不管從哪個角度打都原路送回去。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，規劃路徑時可能把它當成可以走的空間。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邊界量不到，循跡就只能靠相機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沒有一招擋得住全部，而且每一招救的是不同的那一種。</a:t>
            </a:r>
            <a:r>
              <a:rPr sz="800" lang="zh-TW" dirty="0">
                <a:solidFill>
                  <a:srgbClr val="000000"/>
                </a:solidFill>
                <a:latin typeface="Arial Unicode MS"/>
                <a:ea typeface="Arial Unicode MS"/>
                <a:cs typeface="Arial Unicode MS"/>
              </a:rPr>
              <a:t>四層，各位數一下，順便對照表上同一列。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假設它們之間的角度差了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——外參講的是</a:t>
            </a:r>
            <a:r>
              <a:rPr sz="800" b="1" lang="zh-TW" dirty="0">
                <a:solidFill>
                  <a:srgbClr val="000000"/>
                </a:solidFill>
                <a:latin typeface="Arial Unicode MS"/>
                <a:ea typeface="Arial Unicode MS"/>
                <a:cs typeface="Arial Unicode MS"/>
              </a:rPr>
              <a:t>兩者之間的關係</a:t>
            </a:r>
            <a:r>
              <a:rPr sz="800" lang="zh-TW" dirty="0">
                <a:solidFill>
                  <a:srgbClr val="000000"/>
                </a:solidFill>
                <a:latin typeface="Arial Unicode MS"/>
                <a:ea typeface="Arial Unicode MS"/>
                <a:cs typeface="Arial Unicode MS"/>
              </a:rPr>
              <a:t>，只要這個關係和車子記在檔案裡的那組數字差一度，結果都一樣。我們就拿最常見的那個情況：擋風玻璃換過一次，相機裝回去的時候差了一度。一度聽起來很小對不對？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就是第九張的兩次回波，可以選先給最強、最遠還是最近。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附錄：光達那份規格書的完整原頁（規格那三頁），備查用。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今天兩節圈過的光達那幾行，全部都在這三頁上：第一頁是 HIGHLIGHTS 和 OPTICAL PERFORMANCE——測距、視野、通道數、每圈點數都在那裡；第二頁有 LASER 那一段，Class 1、865 奈米、光束寬度和發散角；第三頁有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16</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16</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16</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16</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16</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16</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16</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16</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2026-10-04T02:49:10Z</dcterms:created>
  <dcterms:modified xsi:type="dcterms:W3CDTF">2026-10-04T02:49:10Z</dcterms:modified>
</cp:coreProperties>
</file>