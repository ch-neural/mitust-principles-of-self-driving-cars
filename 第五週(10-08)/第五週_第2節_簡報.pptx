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19</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19</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19</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19</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19</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7 / 19</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8 / 19</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19</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19</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19</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19</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13 / 19</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14 / 19</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19</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19</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19</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19</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19</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2026-10-05T15:07:47Z</dcterms:created>
  <dcterms:modified xsi:type="dcterms:W3CDTF">2026-10-05T15:07:47Z</dcterms:modified>
</cp:coreProperties>
</file>