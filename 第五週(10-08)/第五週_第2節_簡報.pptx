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今天兩節圈過的光達那幾行，全部都在這三頁上：第一頁是 HIGHLIGHTS 和 OPTICAL PERFORMANCE——測距、視野、通道數、每圈點數都在那裡；第二頁有 LASER 那一段，Class 1、865 奈米、光束寬度和發散角；第三頁有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2026-10-04T03:32:21Z</dcterms:created>
  <dcterms:modified xsi:type="dcterms:W3CDTF">2026-10-04T03:32:21Z</dcterms:modified>
</cp:coreProperties>
</file>