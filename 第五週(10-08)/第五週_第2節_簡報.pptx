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。這三行決定了你的相機在隧道口和紅綠燈前面會不會瞎掉。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先講第一行，</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。規格表上寫 rolling shutter 或者 global shutter。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——像我們昨天看的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左右。我們昨天那顆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2026-10-02T09:00:14Z</dcterms:created>
  <dcterms:modified xsi:type="dcterms:W3CDTF">2026-10-02T09:00:14Z</dcterms:modified>
</cp:coreProperties>
</file>