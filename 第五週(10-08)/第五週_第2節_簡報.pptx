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00" b="1" lang="zh-TW" dirty="0">
                <a:solidFill>
                  <a:srgbClr val="000000"/>
                </a:solidFill>
                <a:latin typeface="Arial Unicode MS"/>
                <a:ea typeface="Arial Unicode MS"/>
                <a:cs typeface="Arial Unicode MS"/>
              </a:rPr>
              <a:t>整束光反射到別的地方去</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雷射斜斜打到玻璃帷幕、打到鍍鉻的保險桿，整束彈走，那一塊在點雲上就是一個洞。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規劃路徑的時候，它可能把那一塊當成可以走的空間。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這裡我要各位特別想一件事：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車道邊界量不到，循跡就只能完全靠相機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。反光背心和路牌會把光原路送回來，亮到爆表，在點雲上糊成一團光暈。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——一個穿反光背心的交管人員，可能糊成一塊分不出是什麼的亮斑，演算法認不出那是人。所以上一節我才把反光背心從 80% 那一格拿掉——它根本不是同一類。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a:t>
            </a:r>
            <a:r>
              <a:rPr sz="800" lang="zh-TW" dirty="0">
                <a:solidFill>
                  <a:srgbClr val="000000"/>
                </a:solidFill>
                <a:latin typeface="Arial Unicode MS"/>
                <a:ea typeface="Arial Unicode MS"/>
                <a:cs typeface="Arial Unicode MS"/>
              </a:rPr>
              <a:t>，現在是四層疊起來。我一層一層講，各位數一下。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玻璃本身和玻璃後面的東西都收回來，兩個都留著，後面再決定要信哪一個。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太弱和太強都是警訊——太弱可能是光被鏡面彈走了，太強可能是回歸反射。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哪一段路有玻璃帷幕大樓、哪個路口容易積水，事先標成風險區，開到那裡就把光達的權重調低。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毫米波碰到鏡面的行為跟雷射完全不一樣，光達看不到的那一塊，雷達常常還看得到。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2026-10-03T15:19:47Z</dcterms:created>
  <dcterms:modified xsi:type="dcterms:W3CDTF">2026-10-03T15:19:47Z</dcterms:modified>
</cp:coreProperties>
</file>