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愈高，從第一列到最後一列的時間差一定愈短。一個數字，兩個意義。
</a:t>
            </a:r>
          </a:p>
          <a:p>
            <a:pPr algn="l">
              <a:spcBef>
                <a:spcPts val="0"/>
              </a:spcBef>
              <a:spcAft>
                <a:spcPts val="133"/>
              </a:spcAft>
            </a:pPr>
            <a:r>
              <a:rPr sz="800" lang="zh-TW" dirty="0">
                <a:solidFill>
                  <a:srgbClr val="000000"/>
                </a:solidFill>
                <a:latin typeface="Arial Unicode MS"/>
                <a:ea typeface="Arial Unicode MS"/>
                <a:cs typeface="Arial Unicode MS"/>
              </a:rPr>
              <a:t>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今天兩節圈過的光達那幾行，全部都在這三頁上。注意這裡講的是</a:t>
            </a:r>
            <a:r>
              <a:rPr sz="1200" b="1" lang="zh-TW" dirty="0">
                <a:solidFill>
                  <a:srgbClr val="000000"/>
                </a:solidFill>
                <a:latin typeface="Arial Unicode MS"/>
                <a:ea typeface="Arial Unicode MS"/>
                <a:cs typeface="Arial Unicode MS"/>
              </a:rPr>
              <a:t>真的頁碼</a:t>
            </a:r>
            <a:r>
              <a:rPr sz="1200" lang="zh-TW" dirty="0">
                <a:solidFill>
                  <a:srgbClr val="000000"/>
                </a:solidFill>
                <a:latin typeface="Arial Unicode MS"/>
                <a:ea typeface="Arial Unicode MS"/>
                <a:cs typeface="Arial Unicode MS"/>
              </a:rPr>
              <a:t>：PDF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16</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16</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16</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16</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16</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16</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2026-10-04T08:13:56Z</dcterms:created>
  <dcterms:modified xsi:type="dcterms:W3CDTF">2026-10-04T08:13:56Z</dcterms:modified>
</cp:coreProperties>
</file>