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三張全部抓到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四層，各位數一下，順便對照表上同一列。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第一層，多次回波。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第二種，鬼點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：玻璃本身回來一點點，被彈到旁邊再回來的是另一個，兩個都收下來，再比對前後幾張，不會穩定移動的就是鬼點。注意，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多次回波對第一種沒有用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第二層，看反射強度。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第三種，回歸反射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第三層，高精地圖。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哪裡有玻璃帷幕、哪個路口容易積水，事先標成風險區，開到那裡就把光達的權重調低。這一層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，因為它做的是「事先知道這裡危險」。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第四層，也是最重要的——雷達。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第一種：什麼都收不到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。毫米波碰到鏡面的行為跟雷射完全不一樣，光達是洞的那一塊，雷達常常還看得到。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Nghĩa là dùng bình thường, nhìn thẳng vào nó cũng không hại mắt.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意思是在正常使用的情況下，就算直視它也不會傷到眼睛。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7162" y="2706624"/>
            <a:ext cx="3929676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2026-10-07T04:09:32Z</dcterms:created>
  <dcterms:modified xsi:type="dcterms:W3CDTF">2026-10-07T04:09:32Z</dcterms:modified>
</cp:coreProperties>
</file>