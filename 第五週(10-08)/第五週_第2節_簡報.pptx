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33"/>
              </a:spcAft>
            </a:pPr>
            <a:r>
              <a:rPr sz="800" lang="zh-TW" dirty="0">
                <a:solidFill>
                  <a:srgbClr val="000000"/>
                </a:solidFill>
                <a:latin typeface="Arial Unicode MS"/>
                <a:ea typeface="Arial Unicode MS"/>
                <a:cs typeface="Arial Unicode MS"/>
              </a:rPr>
              <a:t>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33"/>
              </a:spcAft>
            </a:pPr>
            <a:r>
              <a:rPr sz="800" lang="zh-TW" dirty="0">
                <a:solidFill>
                  <a:srgbClr val="000000"/>
                </a:solidFill>
                <a:latin typeface="Arial Unicode MS"/>
                <a:ea typeface="Arial Unicode MS"/>
                <a:cs typeface="Arial Unicode MS"/>
              </a:rPr>
              <a:t>解法是讓每一顆感測器都在資料上蓋一個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00" b="1" lang="zh-TW" dirty="0">
                <a:solidFill>
                  <a:srgbClr val="000000"/>
                </a:solidFill>
                <a:latin typeface="Arial Unicode MS"/>
                <a:ea typeface="Arial Unicode MS"/>
                <a:cs typeface="Arial Unicode MS"/>
              </a:rPr>
              <a:t>對在一起</a:t>
            </a:r>
            <a:r>
              <a:rPr sz="800" lang="zh-TW" dirty="0">
                <a:solidFill>
                  <a:srgbClr val="000000"/>
                </a:solidFill>
                <a:latin typeface="Arial Unicode MS"/>
                <a:ea typeface="Arial Unicode MS"/>
                <a:cs typeface="Arial Unicode MS"/>
              </a:rPr>
              <a:t>。OS1 規格表上 Additional Programmability 的</a:t>
            </a:r>
            <a:r>
              <a:rPr sz="800" b="1" lang="zh-TW" dirty="0">
                <a:solidFill>
                  <a:srgbClr val="000000"/>
                </a:solidFill>
                <a:latin typeface="Arial Unicode MS"/>
                <a:ea typeface="Arial Unicode MS"/>
                <a:cs typeface="Arial Unicode MS"/>
              </a:rPr>
              <a:t>第一條</a:t>
            </a:r>
            <a:r>
              <a:rPr sz="800" lang="zh-TW" dirty="0">
                <a:solidFill>
                  <a:srgbClr val="000000"/>
                </a:solidFill>
                <a:latin typeface="Arial Unicode MS"/>
                <a:ea typeface="Arial Unicode MS"/>
                <a:cs typeface="Arial Unicode MS"/>
              </a:rPr>
              <a:t>，multi-sensor phase lock，講的就是這件事。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既然看到了，我一行一行帶過去，各位會發現每一行都是今天講過的。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，剛剛第十三張才講過；底下的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是每一條線束實際的垂直角度（出廠一條一條量過，不是真的平均分布），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是機內那顆慣性感測器和光達本體的關係，等於原廠先標好的一組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就是第九張的「最多兩次回波」，可以選先給最強的、最遠的還是最近的。</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公分，比這個近的直接不回報，擋掉打到自己車身和支架的點。</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 360 度裡不要的那一段關掉——這一行其實和第一行沾得上邊，兩個都是在設「這一圈從哪裡開始、到哪裡結束」。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，停車省電。
</a:t>
            </a:r>
          </a:p>
          <a:p>
            <a:pPr algn="l">
              <a:spcBef>
                <a:spcPts val="0"/>
              </a:spcBef>
              <a:spcAft>
                <a:spcPts val="133"/>
              </a:spcAft>
            </a:pPr>
            <a:r>
              <a:rPr sz="800" lang="zh-TW" dirty="0">
                <a:solidFill>
                  <a:srgbClr val="000000"/>
                </a:solidFill>
                <a:latin typeface="Arial Unicode MS"/>
                <a:ea typeface="Arial Unicode MS"/>
                <a:cs typeface="Arial Unicode MS"/>
              </a:rPr>
              <a:t>第一節第十二張我說過「可設定」那三個字是模式不是數字——</a:t>
            </a:r>
            <a:r>
              <a:rPr sz="800" b="1" lang="zh-TW" dirty="0">
                <a:solidFill>
                  <a:srgbClr val="000000"/>
                </a:solidFill>
                <a:latin typeface="Arial Unicode MS"/>
                <a:ea typeface="Arial Unicode MS"/>
                <a:cs typeface="Arial Unicode MS"/>
              </a:rPr>
              <a:t>這一整格就是最好的例子：同一顆硬體，設定不一樣，出來的資料就不一樣。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
</a:t>
            </a:r>
          </a:p>
          <a:p>
            <a:pPr algn="l">
              <a:spcBef>
                <a:spcPts val="0"/>
              </a:spcBef>
              <a:spcAft>
                <a:spcPts val="133"/>
              </a:spcAft>
            </a:pPr>
            <a:r>
              <a:rPr sz="80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2026-10-03T16:33:54Z</dcterms:created>
  <dcterms:modified xsi:type="dcterms:W3CDTF">2026-10-03T16:33:54Z</dcterms:modified>
</cp:coreProperties>
</file>