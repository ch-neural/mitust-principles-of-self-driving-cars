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圈上面算出來的 50 毫秒與半公尺，再指圖裡的 Multi-sensor phase lock。其餘六行一行一行點過去，每一行都回扣今天講過的一張。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33"/>
              </a:spcAft>
            </a:pPr>
            <a:r>
              <a:rPr sz="800" lang="zh-TW" dirty="0">
                <a:solidFill>
                  <a:srgbClr val="000000"/>
                </a:solidFill>
                <a:latin typeface="Arial Unicode MS"/>
                <a:ea typeface="Arial Unicode MS"/>
                <a:cs typeface="Arial Unicode MS"/>
              </a:rPr>
              <a:t>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33"/>
              </a:spcAft>
            </a:pPr>
            <a:r>
              <a:rPr sz="800" lang="zh-TW" dirty="0">
                <a:solidFill>
                  <a:srgbClr val="000000"/>
                </a:solidFill>
                <a:latin typeface="Arial Unicode MS"/>
                <a:ea typeface="Arial Unicode MS"/>
                <a:cs typeface="Arial Unicode MS"/>
              </a:rPr>
              <a:t>解法是讓每一顆感測器都在資料上蓋一個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00" b="1" lang="zh-TW" dirty="0">
                <a:solidFill>
                  <a:srgbClr val="000000"/>
                </a:solidFill>
                <a:latin typeface="Arial Unicode MS"/>
                <a:ea typeface="Arial Unicode MS"/>
                <a:cs typeface="Arial Unicode MS"/>
              </a:rPr>
              <a:t>對在一起</a:t>
            </a:r>
            <a:r>
              <a:rPr sz="800" lang="zh-TW" dirty="0">
                <a:solidFill>
                  <a:srgbClr val="000000"/>
                </a:solidFill>
                <a:latin typeface="Arial Unicode MS"/>
                <a:ea typeface="Arial Unicode MS"/>
                <a:cs typeface="Arial Unicode MS"/>
              </a:rPr>
              <a:t>。OS1 規格表上 Additional Programmability 的</a:t>
            </a:r>
            <a:r>
              <a:rPr sz="800" b="1" lang="zh-TW" dirty="0">
                <a:solidFill>
                  <a:srgbClr val="000000"/>
                </a:solidFill>
                <a:latin typeface="Arial Unicode MS"/>
                <a:ea typeface="Arial Unicode MS"/>
                <a:cs typeface="Arial Unicode MS"/>
              </a:rPr>
              <a:t>第一條</a:t>
            </a:r>
            <a:r>
              <a:rPr sz="800" lang="zh-TW" dirty="0">
                <a:solidFill>
                  <a:srgbClr val="000000"/>
                </a:solidFill>
                <a:latin typeface="Arial Unicode MS"/>
                <a:ea typeface="Arial Unicode MS"/>
                <a:cs typeface="Arial Unicode MS"/>
              </a:rPr>
              <a:t>，multi-sensor phase lock，講的就是這件事。
</a:t>
            </a:r>
          </a:p>
          <a:p>
            <a:pPr algn="l">
              <a:spcBef>
                <a:spcPts val="0"/>
              </a:spcBef>
              <a:spcAft>
                <a:spcPts val="133"/>
              </a:spcAft>
            </a:pPr>
            <a:r>
              <a:rPr sz="800" lang="zh-TW" dirty="0">
                <a:solidFill>
                  <a:srgbClr val="000000"/>
                </a:solidFill>
                <a:latin typeface="Arial Unicode MS"/>
                <a:ea typeface="Arial Unicode MS"/>
                <a:cs typeface="Arial Unicode MS"/>
              </a:rPr>
              <a:t>順便把這一格其他幾行看完。它們全部都是</a:t>
            </a:r>
            <a:r>
              <a:rPr sz="800" b="1" lang="zh-TW" dirty="0">
                <a:solidFill>
                  <a:srgbClr val="000000"/>
                </a:solidFill>
                <a:latin typeface="Arial Unicode MS"/>
                <a:ea typeface="Arial Unicode MS"/>
                <a:cs typeface="Arial Unicode MS"/>
              </a:rPr>
              <a:t>可以設定的</a:t>
            </a:r>
            <a:r>
              <a:rPr sz="800" lang="zh-TW" dirty="0">
                <a:solidFill>
                  <a:srgbClr val="000000"/>
                </a:solidFill>
                <a:latin typeface="Arial Unicode MS"/>
                <a:ea typeface="Arial Unicode MS"/>
                <a:cs typeface="Arial Unicode MS"/>
              </a:rPr>
              <a:t>，而且今天各位都聽過。
</a:t>
            </a:r>
          </a:p>
          <a:p>
            <a:pPr algn="l">
              <a:spcBef>
                <a:spcPts val="0"/>
              </a:spcBef>
              <a:spcAft>
                <a:spcPts val="133"/>
              </a:spcAft>
            </a:pP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——還記得剛剛那個內參嗎？這一行是說你可以</a:t>
            </a:r>
            <a:r>
              <a:rPr sz="800" b="1" lang="zh-TW" dirty="0">
                <a:solidFill>
                  <a:srgbClr val="000000"/>
                </a:solidFill>
                <a:latin typeface="Arial Unicode MS"/>
                <a:ea typeface="Arial Unicode MS"/>
                <a:cs typeface="Arial Unicode MS"/>
              </a:rPr>
              <a:t>直接問這顆光達要它自己的內參</a:t>
            </a:r>
            <a:r>
              <a:rPr sz="800" lang="zh-TW" dirty="0">
                <a:solidFill>
                  <a:srgbClr val="000000"/>
                </a:solidFill>
                <a:latin typeface="Arial Unicode MS"/>
                <a:ea typeface="Arial Unicode MS"/>
                <a:cs typeface="Arial Unicode MS"/>
              </a:rPr>
              <a:t>。底下兩條：</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，每一條線束實際的垂直角度，出廠一條一條量過，不是真的平均分布；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，機器裡面那顆慣性感測器和光達本體之間的關係——等於原廠先幫你標定好的一組外參。
</a:t>
            </a:r>
          </a:p>
          <a:p>
            <a:pPr algn="l">
              <a:spcBef>
                <a:spcPts val="0"/>
              </a:spcBef>
              <a:spcAft>
                <a:spcPts val="133"/>
              </a:spcAft>
            </a:pPr>
            <a:r>
              <a:rPr sz="800" lang="zh-TW" dirty="0">
                <a:solidFill>
                  <a:srgbClr val="000000"/>
                </a:solidFill>
                <a:latin typeface="Arial Unicode MS"/>
                <a:ea typeface="Arial Unicode MS"/>
                <a:cs typeface="Arial Unicode MS"/>
              </a:rPr>
              <a:t>右邊那四條：</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，就是第九張那個「最多兩次回波」，你可以選先給最強的、先給最遠的、還是先給最近的。</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，可以設 0、30 或 50 公分，比這個近的點直接不回報，用來擋掉打到自己車身和支架的那些點。</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，把 360 度裡不要的那一段關掉，例如對著車頂的那一塊。</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，停車的時候省電。第一節第十二張我說過「可設定」那三個字是模式不是數字——</a:t>
            </a:r>
            <a:r>
              <a:rPr sz="800" b="1" lang="zh-TW" dirty="0">
                <a:solidFill>
                  <a:srgbClr val="000000"/>
                </a:solidFill>
                <a:latin typeface="Arial Unicode MS"/>
                <a:ea typeface="Arial Unicode MS"/>
                <a:cs typeface="Arial Unicode MS"/>
              </a:rPr>
              <a:t>這一整格就是最好的例子：同一顆硬體，設定不一樣，出來的資料就不一樣。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
</a:t>
            </a:r>
          </a:p>
          <a:p>
            <a:pPr algn="l">
              <a:spcBef>
                <a:spcPts val="0"/>
              </a:spcBef>
              <a:spcAft>
                <a:spcPts val="133"/>
              </a:spcAft>
            </a:pPr>
            <a:r>
              <a:rPr sz="80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2026-10-03T16:28:38Z</dcterms:created>
  <dcterms:modified xsi:type="dcterms:W3CDTF">2026-10-03T16:28:38Z</dcterms:modified>
</cp:coreProperties>
</file>