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起），只看下面那一格；再圈 dB 那個數字和隧道口的例子。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14" name="Shape 12"/>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8"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9"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2026-10-02T16:14:31Z</dcterms:created>
  <dcterms:modified xsi:type="dcterms:W3CDTF">2026-10-02T16:14:31Z</dcterms:modified>
</cp:coreProperties>
</file>