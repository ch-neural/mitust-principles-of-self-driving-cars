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上一節我們找的四個數字，我叫它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——解析度、視野、測距、更新率。那四個是所有人都會看的。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這一節我要帶各位往下翻。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還有一堆數字，大部分的人不看，可是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真的出事的時候，常常是出在那幾行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先講清楚，免得各位拿著 PDF 對不上：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第一層、第二層是我分的，不是文件的頁碼。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這六行在真的文件上是散在好幾頁的——等一下會看到，OS1 的雷射那一段在官方 PDF 的第二頁，相機那三行則全擠在 AR0233AT 兩頁文件的第一頁。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我挑三組最重要的。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快門怎麼掃、動態範圍多少、LED 閃爍怎麼處理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。這三件事決定了你的相機在隧道口和紅綠燈前面會不會瞎掉。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第二組是光達的：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波長、眼睛安全等級、幾次回波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。這三行決定了它在雨裡、在灰塵裡表現怎麼樣，還有它合不合法。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第三組是兩種都有的，而且是最多人忽略的：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標定和時間同步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。兩顆感測器如果沒有對準、沒有對時，它們各自都是好的，合起來卻是錯的。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這一節沒有上機，是講述。下一節再全部動手。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第一組是相機，三件事：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快門方式、動態範圍、LED 閃爍抑制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先說一件事，免得各位等一下找不到：動態範圍和 LED 閃爍，第一節第十張那張 AR0233AT 的表上都有。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快門方式沒有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——那份是兩頁的 product preview，短版文件會省東西。要看快門方式，得去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判讀台上我幫各位把那一行補進去了，等一下可以對照。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先講第一件，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。規格表上那一行的欄位名叫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Shutter Type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，有的廠商只寫 Shutter；上面填的不是 rolling shutter 就是 global shutter。AR0233AT 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electronic rolling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，電子捲簾。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第二張說過，這一行不在那份兩頁的 Product Preview 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——各位翻到最後的附錄去找也找不到。要看它得去 onsemi 的產品頁；判讀台上我已經幫各位把那一行補進去了，現在就可以切過去看。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大部分的人以為，相機按一下就是一整張照片同時拍好。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大部分的車用相機不是這樣。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，rolling shutter。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講清楚一件事，不然後面會想錯：捲簾快門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不是「曝光時間比較長」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，它的每一列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曝光一樣長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——第一列先開始曝光，第二列晚一點點，第三列再晚一點點，一路往下錯開；每一列曝完就讀走，讀完上一列才輪得到下一列。所以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最後一列比第一列晚了幾十毫秒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結果就是：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同一張照片裡，每一列拍到的是不同的瞬間。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所以同一張照片裡面，最上面那一列和最下面那一列，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不是同一個時間拍的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。這會怎樣？各位有沒有看過那種照片，車子開過去的時候路邊的電線桿是歪的？或者拍飛機的螺旋槳，葉片變成香蕉形？那就是捲簾快門。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左邊這張動圖就是在演這件事，它會一直循環播，各位邊聽邊看。一開始那根電線桿是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本來的樣子。然後黃色那條線從上往下掃，掃到哪一列，那一列才拍下來。左邊標的是時間：最上面那一列是第零毫秒，中間是第十五毫秒，最下面是第三十毫秒。這三十毫秒裡面車子一直在走，所以每一列拍到的電線桿都在不同的地方。掃完各位看結果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那根直的電線桿，在照片裡變成斜的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。下面那個箭頭就是上下差了多少。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對自駕車來說，這件事的嚴重性在哪裡？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假設你的車以時速六十在跑，旁邊有一台機車從右邊切過來。畫面上半部拍到他的時候他在 A 點，下半部拍到他的時候他已經到 B 點了。演算法看到的是一個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被扭曲的形狀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，而且它不知道那是扭曲的，它以為那就是真的。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global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——中文叫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全域快門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所有列同時曝光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，曝完一起轉存到每個像素旁邊的暫存區，然後才慢慢讀出來。各位注意：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它一樣是一列一列讀的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曝光是不是同時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。所以它沒有這個問題——但是貴很多，而且同樣的價錢下感光度比較差。所以快門方式這一行不是文字遊戲，它決定了你的感知演算法要不要另外寫一段程式去補償。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大部分的車用感測器還是用捲簾，因為便宜。它的補救方式是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讀得快一點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——像上一節看的 AR0233AT，一秒六十張，等於整張一定要在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十六點七毫秒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之內讀完。一秒三十張是三十三毫秒，差一倍；同一台車經過，歪掉的程度也差不多少一半。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所以「更新率 60 fps」這一行，除了講即時性，也順便給了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扭曲的上限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：fps 愈高，從第一列到最後一列的時間差一定愈短。要講精確一點：真正決定扭曲的是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整張讀完要多久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readout time。fps 給的是它的上限——一秒六十張，讀完不可能超過十六點七毫秒，但也可能只花五毫秒、剩下的時間在等。有些規格書會另外印 line time 或 readout time，那一行才是直接的答案。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Sony 原廠拍的，三十二秒。畫面分上下兩半：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上面標 Global Shutter，下面標 Rolling Shutter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。同一架直升機、同一個時間、同一個場景，差別只有快門方式。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第一次播，各位只看一件事：主旋翼那兩片葉子。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上面那格，葉片是一條直線。下面那格，葉片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彎成香蕉形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這就是我們剛剛算出來的那件事：旋翼轉得很快，而感測器一列一列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錯開曝光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的那幾十毫秒裡，葉片已經轉過去了，所以每一列拍到的葉片都在不同的角度，拼起來就是一條彎的。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第二次播，看尾旋翼和機身。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尾旋翼在下面那格整個扭掉，形狀完全不對；上面那格還是正常的十字。機身因為沒有在轉，所以兩邊看起來差不多——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會歪的是在動的東西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，這一點很重要。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現在把這件事接回自駕車。直升機的旋翼各位看得出來是歪的，因為我們知道旋翼本來是直的。可是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路上那台從旁邊切過來的機車，被扭成什麼形狀，演算法並不知道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——它沒有「本來的樣子」可以比對，它只會以為那就是真的。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 Shutter Type 那一行，決定的不是照片好不好看，是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你的感知演算法會不會被餵進一個變形的東西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播完請按暫停，不要讓它自動跳到下一支。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動態範圍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，Dynamic Range，單位是 dB，中文唸「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分貝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」——分是十分之一，貝是貝爾，人名。後面我都直接唸 dB。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這一行在講：同一張畫面裡，它能同時處理多亮和多暗。dB 這個單位要先講清楚，不然後面整張都聽不懂。規則只有一條：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每多 20 dB，就是再乘以十倍。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各位跟我數五個數字——60 dB 是一千倍，80 dB 是一萬倍，100 dB 是十萬倍，120 dB 是一百萬倍，140 dB 是一千萬倍。所以 dB 不是「多幾分」，是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多幾個零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。會有同學問：分貝不是聲音的單位嗎？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dB 本身不是任何東西的單位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，它只是「兩個東西差幾倍」的寫法。聲音是它最有名的用法，但放大器、訊號雜訊比、電纜衰減、動態範圍，全都在用同一套。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各位還記得上一節最後那支影片嗎？最後一個情境 Vehicle Exiting Tunnel——下面的相機，隧道出口一片死白，前面那幾台車完全看不到。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那就是動態範圍不夠的樣子。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我現在把那十秒再播一次，各位只看下面那一格。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左邊這張動圖在演的就是這件事，它會一直循環播。先看右上角寫的是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 60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——照剛剛那個規則，就是最亮和最暗只能差一千倍。可是動圖裡那個隧道口，從隧道裡那台深色車到外面的天空差一萬倍，也就是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。一千倍裝不下一萬倍，所以一定會掉一端。一開始曝光對準外面：隧道外看得清清楚楚，可是隧道裡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——那裡面其實停著一台車，你完全看不到。接下來曝光慢慢拉長，裡面那台車浮出來了，但是同一個時間，隧道外變成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整片死白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，外面那台車換它不見了。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只能選一個。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最後換成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的感測器，同一個場景、同一個曝光，兩台車同時看得到。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那個整片白或整片黑的地方，如果剛好有一台停在路邊的車，你就看不到它。這是真實事故的成因之一，各位記一下。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人的眼睛大概可以處理 120 dB 左右。上一節那顆 AR0233AT，規格表上寫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 以上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減 120 是 20，照剛剛那條規則，就是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比人眼還多十倍的餘裕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。這就是為什麼一顆車用的感測器可以賣得比手機的貴。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 120 dB 和寫 140 dB，那不是差百分之十七，是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差十倍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。這一行是最容易被數字誤導的一行。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第三週我們在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感測器實驗室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上按「逆光眩光」——那是上上禮拜那支網頁，不是今天這支——相機的有效距離從八十公尺掉到十八公尺。那一顆的動態範圍就是不夠。動態範圍愈高的相機，那個按鈕對它的傷害就愈小。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我舉一個各位一定有經驗的例子。中午開車出隧道口，那一瞬間你的眼睛會怎樣？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刺眼，然後看不清楚，要過一兩秒才適應。相機也一樣，而且它沒有兩秒可以適應。隧道裡面很暗，出口外面很亮，這兩個亮度差一萬倍以上。動態範圍不夠的話，它只能選一邊：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保住外面，裡面就全黑；保住裡面，外面就全白。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e-con Systems 拿他們的車用相機實際開上路拍的，整支六十秒，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我們只看 0:14 到 0:40 這一段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，前面是片頭。0:14 車子進隧道，各位看牆面、看頂上那排燈，都還是看得清楚的，沒有糊成一片黑。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真正的重點在 0:30。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車子出隧道口——這一秒畫面裡同時有兩個極端：兩邊還是隧道的暗牆，正前方已經是外面的大太陽、樹、房子。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兩邊都看得到。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我會在這裡按暫停，請各位指給我看哪一塊是暗的、哪一塊是亮的。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畫面上那行小字寫的是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140dB HDR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——跟我們上一節看的那顆 AR0233AT 是同一個數字。規格表上那一行，講的就是各位現在眼睛看到的這件事。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有一點要先講清楚：這支只有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相機在拍，旁邊沒有放一台動態範圍不夠的來對照。所以「不夠會怎樣」要看回左邊那張動圖，兩個合起來才是完整的。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LED 閃爍抑制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LFM，LED Flicker Mitigation。這一行大部分的人看不懂在幹嘛，可是它非常重要。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現在路上的紅綠燈、車子的尾燈，幾乎全部換成 LED 了。LED 不是一直亮著的，它是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用很快的速度在閃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，一秒鐘閃一百次以上，而且一次只亮十分之一的時間。因為閃得太快，人的眼睛看起來就是連續亮著。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可是相機不一樣。相機是一張一張拍的，如果快門剛好落在 LED 熄掉的那一瞬間呢？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你就拍到一個沒有亮的紅燈。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大家想一下這件事有多可怕。一台自駕車，前面是紅燈，相機拍回來的畫面上那個燈是暗的。演算法會怎麼判斷？它可能認為那個號誌壞掉了，或者根本沒看到號誌。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同樣的事也發生在前車的尾燈上。前面那台車在煞車，尾燈亮了，可是你拍到的那一張剛好是暗的。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所以車用的影像感測器要特別處理這件事。先想清楚為什麼會拍到暗的紅燈：白天太亮，為了不讓畫面過曝，快門會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縮得很短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，可能只有一兩毫秒。而 LED 一秒閃一百次，每次只亮十分之一的時間——十毫秒裡面只亮一毫秒。用一兩毫秒的快門去抓那一毫秒，當然常常抓不到。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左邊這張動圖就是在演這件事。上面那條是 LED 的亮滅——每十毫秒只亮一毫秒；下面那排是相機真的拍到什麼。短曝光那一輪，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三張只抓到一張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，燈就在那邊閃；換成十毫秒的曝光，六張全部抓到。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LFM 的作法剛好相反：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不要縮短曝光，要讓曝光長到至少蓋住 LED 的一整個閃爍週期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，一百赫茲就是十毫秒。那一張畫面有多少時間可以用？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一千毫秒除以一秒拍幾張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——一秒三十張就是一千除以三十，一張三十三毫秒；就算跑到一秒六十張，一張也還有十六點七毫秒。十毫秒兩種都塞得下，所以問題從來不是時間不夠。問題是會過曝，所以真正的功夫在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像素裡面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：AR0233AT 用的叫 super exposure，每個像素裡做一個很大的儲存槽，電荷滿出來會流進那個槽，所以可以一直曝光也不怕爆掉。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我強調一下，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把曝光剪成好幾段反而是錯的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。那叫多重曝光 HDR，短的那幾段照樣會錯過 LED，而且車在動，幾段拼起來還會糊掉。LFM 就是為了取代那種作法。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各位回去看 AR0233AT 的規格表，上面寫著「Full resolution LFM」，就是這個功能。這一行是一顆感測器能不能拿來做自駕的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及格線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——沒有它，紅綠燈就讀不穩。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這也回答了一個第三週有同學問過的問題：為什麼讀紅綠燈這麼難？光是「燈到底有沒有亮」這件事，就要靠一個特別設計的功能才做得對。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相機那三行講完了，換光達。一樣三行，一樣很少人讀：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波長、雷射安全等級、回波次數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差別在這裡：相機那三行在講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畫面會不會壞掉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；光達這三行在講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那道雷射本身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——它是哪一種光、會不會傷眼睛、打出去會彈回幾次。標題上我寫成白話：用哪種雷射、傷不傷眼睛、能不能看穿雨。等一下各位會看到，少了其中一行，整顆就不要裝上車。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還有，第二張我說過相機的快門方式規格表上找不到；光達這三行，在 OS1 那張表上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一行都不缺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光達的第一行講的是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規格表上會寫一個數字，單位是奈米。路上最常見的是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，我們看的 OS1 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865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，還有一種比較貴的是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為什麼要分這些？這裡有一個很有意思的物理。各位還記得第三週講的：光達打的是紅外線雷射，人眼看不到。看不到的東西打到眼睛裡，人不會眨眼、也不會閃避，所以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法規對雷射的功率管得很嚴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功率愈大看得愈遠，可是法規不准你亂加。關鍵在這裡：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奈米的光會穿過眼睛的水晶體，直接打到視網膜上。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視網膜燒到就回不來了，所以 905 的功率上限被壓得很低。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奈米不一樣。這個波長會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先被眼睛裡面的水吸收掉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，還沒到視網膜就被擋住了。所以在同樣的安全等級下，1550 可以打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強幾十倍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的功率。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這裡要擋一個誤會。第三週我們用竹竿講過：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波長比障礙物大就繞過去，比障礙物小就被擋住。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那條規則講的是「會不會被擋住、被散開」，比的是波長和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障礙物的大小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。今天講的是另一件事——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材料會不會把光吃掉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，那跟大小沒關係，跟水分子吃哪些波長有關。而且水吸光的曲線不是斜線，是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高高低低的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：九百奈米附近幾乎不吸，到一千五百五就很會吸。所以 1550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不是比較會穿透，是剛好踩在水的吸收帶上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 1550 還多一個好處，第一節第十三張那個 100 klx 的條件就是在講這件事：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，所以它要對付的背景噪音比 905 少。打得強、背景又少，這就是為什麼高階的長距光達用 1550。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那為什麼不是每一家都用？因為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接收端要換材料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，而那個材料很貴。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先講光達怎麼「收到」光。光打在半導體上，光子的能量夠大就撞出一個電子，變成電流——那就是訊號。能量夠不夠有一個門檻，叫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，每種材料不一樣；波長愈長，光子的能量愈小。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矽的門檻剛好卡在一千一百奈米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：905、865 過得了，1550 過不了。所以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矽對 1550 等於全盲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，不是看不清楚，是一點訊號都沒有。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1550 只能換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銦鎵砷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，唸起來像「因、家、申」——銦、鎵、砷三種元素做的半導體。規格表上寫的是英文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InGaAs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，業界直接唸「in-gas」，各位記這個就好。它的門檻低到一千七百奈米都看得見。貴在哪？矽是全世界最成熟最便宜的材料，整個晶片工業都在做它；銦鎵砷的晶圓小、材料稀有，而且感光的部分和讀取電路是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兩顆晶片，要一顆一顆對準黏起來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所以規格表上這一行，看起來只是一個數字，背後是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安全法規、看多遠、多少錢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三件事的取捨。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那竹竿那條規則在今天還算不算數？算，但它把 905 和 1550 歸在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：兩個只差一點七倍，都比霧滴小一千倍左右，所以一樣會被雨霧散射，誰也沒有比較會繞過去。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左邊這一塊，是 OS1 datasheet 上 LASER 那一段。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第一行就是眼睛安全等級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，剛剛講的波長排在它下面。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Class 1 eye-safe per IEC/EN 60825-1: 2014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這一行在講什麼？IEC 60825 是雷射產品的國際安全標準，把雷射分成好幾級。Class 1 是最安全的那一級，意思是：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在正常使用的情況下，就算有人直直盯著它看，也不會傷到眼睛。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為什麼這件事重要到要單獨列一行？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因為光達是裝在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馬路上跑的車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上面。路邊的行人、對向的駕駛、拿著手機拍照的小孩，都可能直視它。如果它不是 Class 1，這台車根本不能上路。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所以這一行不是拿來加分的，是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。沒有這一行的產品，不管規格寫得多漂亮，你都不能考慮。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這裡也牽涉到剛剛講的波長。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 Laser Wavelength，865 奈米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，就是上一張講的那個數字。1550 之所以可以打比較強，就是因為在同樣的 Class 1 限制下，它的功率上限高很多。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下面兩行順便看一下，它們其實也在講同一件事。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Diameter Exiting Sensor，9.5 公釐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——雷射離開感測器的時候，光束有 9.5 公釐寬。為什麼要列這個？因為同樣的功率，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光束愈寬，攤在眼睛上的能量密度就愈低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。把光束做寬，本來就是達到 Class 1 的手段之一。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Divergence，0.18 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——光束飛出去會愈來愈寬。括號裡的 FWHM 是量法：從最亮的地方往兩邊量到剩一半亮度的寬度。各位算一下：0.18 度，到一百公尺外，光點大概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31 公分寬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；四十公尺外大概 12 公分。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所以請記住一件事：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光達的「一個點」，在遠處根本不是一個點。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遠處那個點量到的，是那三十公分範圍裡的東西。下一張講「一道雷射可以彈回來兩次」，就是因為這道光夠寬，寬到可以同時打到兩個東西。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各位以後如果在網路上看到很便宜的光達模組，規格寫得很漂亮，請一定要找這一行。找不到，就不要用在會有人的地方。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光達的第三件事是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。OS1 的規格表上這一行叫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# of Returns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up to 2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一道雷射射出去，碰到東西會彈回來。可是如果路上有雨、有霧、有灰塵呢？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那道雷射可能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先打到一顆雨滴，彈回來一次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；穿過去之後，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再打到真正的車，又彈回來一次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。同一道雷射，兩次回波。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左邊那張動圖在演的就是這個順序，它會一直循環播。黃色那顆是射出去的光，走到八公尺處的雨，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藍色的①彈回來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；剩下的光繼續往前，走到四十公尺處的車，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綠色的②才彈回來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。下面那條是回波強度對距離，兩個峰的位置就是那兩個數字。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如果這顆光達只收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回波，它會怎麼判斷？它會說：前面八公尺有東西。可是那只是一片雨幕。動圖最後那一格就是在演這件事——四十公尺那台車被框起來寫「等於不存在」。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這就是第三週我們講下雪那一輪的時候，我說的那件事：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飄在空中的雪花本身就會反射雷射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，車子會看到一堆根本不存在的點。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處理的方法就是收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。好一點的光達會把兩次、甚至三次都送回來，再交給軟體判斷：哪一個是雨滴，哪一個是真的障礙物。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，講的是回波要照什麼順序排。OS1 給了三種排法：最強排到最弱、最遠排到最近、最近排到最遠。這是給寫演算法的人挑的。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所以「up to 2 returns」這一行，其實就是在回答：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這顆光達在雨天和灰塵裡好不好用。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各位下次比較兩顆光達的時候，除了比測距和線束，記得看一下這一行。只有一次回波的，雨天會比較辛苦。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剛剛那一行「最多兩次回波」，我說是為了雨和灰塵。其實它最常救的，是另一種東西——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。光達的前提很簡單：打出去的光，會從對面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散一點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回來。上一節講的 80% 和 10%，都是在講「散回來多少」。等一下那張表上三列的共同點，就是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這個前提不成立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左邊這張動圖會循環播三格，上面那排①②③會跟著亮，等一下那張表就是這三列。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①整束彈走。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雷射斜斜打到玻璃帷幕，整束往下彈走，什麼都收不到。各位看牆上——水泥那兩段都有黃點，中間玻璃那一段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一個點都沒有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對車子來說，洞就等於「那裡是空的」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，規劃路徑的時候可能把它當成可以走的空間。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這裡特別想一件事：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下雨的晚上，路面是什麼？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水膜把粗糙的柏油變成一面鏡子，所以雨夜的路面在點雲上常常是破的，連車道邊界都量不到。這不是感測器壞了，是物理。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邊界量不到，循跡就只能靠相機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——可是雨夜正好也是相機最弱的時候。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②彈到旁邊。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同一面玻璃、同一個角度，只是這次彈過去的方向剛好停著一台真的車。光打到它，再原路回來。光達只知道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來回飛了多久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，於是把那台車標在玻璃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——動圖上那個紅色虛線框，那裡其實什麼都沒有，這叫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鬼點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。二〇二五年有研究把鏡子貼在三角錐上，就讓自駕車對著不存在的東西急煞。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③回歸反射。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這一種各位上一節聽過，而且它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根本不是鏡面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——鏡面守「入射角等於反射角」，回歸反射不守，不管從哪個角度打都原路送回去。反光背心和路牌把光全部送回來，亮到爆表，在點雲上糊成一團光暈。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對車子來說那是一個形狀不明的東西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——穿反光背心的交管人員可能糊成一塊亮斑，演算法認不出那是人。所以上一節我才把反光背心從 80% 那一格拿掉。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三種看完了，翻下一張：這三種各自怎麼處理。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三種狀況上一張演過了。這一張的左邊兩欄就是剛剛那三格，各位對一下：第一列是整束彈走，第二列是彈到旁邊長出鬼點，第三列是回歸反射糊成光暈。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今天真正要讀的是最右邊那一欄。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沒有一招擋得住全部，而且每一招救的是不同的那一種。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四層，各位數一下，順便對照表上同一列。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第一層，多次回波。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第二種，鬼點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：玻璃本身回來一點點，被彈到旁邊再回來的是另一個，兩個都收下來，再比對前後幾張，不會穩定移動的就是鬼點。注意，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多次回波對第一種沒有用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——那一種根本沒有光回來，要收什麼？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第二層，看反射強度。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第三種，回歸反射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。反光背心那種亮到爆表的，用強度一看就知道和漫反射不是同一類。順帶一提，強度異常地弱也是警訊。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第三層，高精地圖。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哪裡有玻璃帷幕、哪個路口容易積水，事先標成風險區，開到那裡就把光達的權重調低。這一層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三種都幫得上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，因為它做的是「事先知道這裡危險」。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第四層，也是最重要的——雷達。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第一種：什麼都收不到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。毫米波碰到鏡面的行為跟雷射完全不一樣，光達是洞的那一塊，雷達常常還看得到。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所以這張的結論，其實就是下一段要講的事：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選感測器不是挑最強的那一顆，是湊一組弱點不一樣的。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這裡停三分鐘，讓大家動手算一次。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請打開規格判讀台，找第二個小工具，「每秒點數 ↔ 角解析度」。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請把三個滑桿設成：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線、每圈 1024 點、10 赫茲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現在看它算出來的每秒點數。六十四乘一千零二十四乘十，等於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六十五萬五千三百六十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規格表上的廠商最喜歡寫這個數字，因為它看起來很大、很厲害。可是這個數字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不能直接拿來用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，它沒有辦法告訴你「四十公尺外的人身上有幾個點」。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要回答那個問題，必須先換成角度。三百六十度除以每圈一千零二十四個點，等於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。工具上就寫著這個數字。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再往下一行：零點三五度在四十公尺處，張開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零點二五公尺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，也就是二十五公分。一個人的肩膀大概五十公分寬，所以左右大概打得到兩個點。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滑桿下面還有一張圖：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四十公尺外那台機車，落到幾個點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。現在上面寫著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——這就是第一節第六張那張表裡，OS1 那一欄的九。第一節說過本課的門檻是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，所以九個點是差一個不及格。各位看那九個點的分布，就知道為什麼光靠它認不出那是一台機車。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現在請大家把每圈點數改成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，看兩個數字怎麼變，順便看那張圖上的點數跳到多少。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角度變成一半，零點一七六度；四十公尺處的間距也變成一半，十二公分。圖上的點數從九個變成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 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，同一台機車、同一個距離，只是換了一個模式。這一格第三節上機還會再碰到一次。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最後順便試一件事：把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10 改成 20。每秒點數加倍了，從六十五萬變一百三十萬——可是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上面那張圖一個點都沒變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。為什麼？因為轉速改的是「一秒給你幾張這樣的圖」，不是「同一張圖裡有幾個點」。同一圈裡的點距，只由線束數和每圈點數決定。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所以每秒點數真的不能直接拿來比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，它把兩件不同的事乘在一起了。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這就是我要各位記住的動作：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看到「每秒幾百萬點」，先把它換算成角度，再換算成你關心的那個距離上的公分數。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沒換算之前，那個數字只是廣告。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好，收。最後一段。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第三組，這一組規格表上常常找不到，但它決定了你的系統能不能用。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前面一行一行挑的，都是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感測器的規格。可是車上不會只有一顆。相機一顆、光達一顆，兩顆都挑得很好，裝上車還是可能看錯。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為什麼？因為還有兩件事：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它們有沒有對準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它們看的是不是同一個瞬間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。接下來兩張就在講這兩件事。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現在講一件規格表上常常找不到、可是出事的時候最要命的事：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。先講問題。車上有相機，也有光達。相機說：前面有一個人。光達說：前面三十公尺，有一團東西。車子要把這兩句話變成一句——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那個人在三十公尺外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。它憑什麼知道那是同一個人？因為它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事先量好了這兩隻眼睛各自裝在哪、朝哪看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。這就是標定。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它分兩種，而且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有先後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。相機拍到一個人，在畫面的右邊。車子要問兩個問題。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第一個問題——畫面上這個位置，是相機前面的哪一個方向？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第二個問題——那相機自己，又是朝哪個方向裝上去的？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。兩題都答出來，才知道那個人在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的哪個方向。順序不能換：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第一題答錯，第二題一定跟著錯。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因為量外參的時候，用的就是相機拍的畫面。畫面本身是歪的，量出來的角度就跟著歪。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第一種叫內參，intrinsic。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講的是感測器自己內部的事：鏡頭有多扭曲、畫面的正中心到底在哪一個像素。各位拍照的時候有沒有發現，廣角鏡頭拍出來的直線會變成彎的？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我放十九秒給各位看，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連結就印在①那一格下面，直接點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。畫面上疊了一層格子線——各位看那些格子，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本來應該是直的，現在是彎的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。接著它套上修正，格子一條一條變直。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內參要算的就是這個彎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，算出來以後每一張照片都先修掉，後面的計算才會對。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而且不是只有相機有內參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——第一節那張 OS1 的規格上寫著 Queryable intrinsic calibration，光達的內參就是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每條線束實際的垂直角度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，出廠量過，可以直接跟它要。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第二種叫外參，extrinsic。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它回答的是：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這隻眼睛裝在車身的哪裡、朝哪個方向看。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，不是對另一顆感測器——所以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只有一顆相機的車也有外參，也要標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，下一張那支影片整台車就只有一顆相機。那兩顆要怎麼對上？相機對車身量好了、光達對車身也量好了，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相機和光達的關係就推得出來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。光達裝在車頂、相機裝在擋風玻璃後面，兩者相距六十公分、角度差三度——這六十公分和三度，就是這樣來的。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外參對的時候長什麼樣？再給各位看十四秒，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連結印在②那一格下面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。畫面是相機拍的街景，上面那些彩色的點是光達的點雲疊上去的。各位看那根路燈桿、那塊黃色的行人標誌、前面那台車——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點準準地長在它們身上，沒有飄開。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這就是外參對了。要是差一度，那些點會整片往旁邊偏。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那不準會怎樣？我們算一下。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第三格不是第三種標定，是第二格沒做好的後果。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什麼跟什麼差一度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。車子的檔案裡記著一組數字：這顆相機是朝這個方向裝的。可是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實際裝上去的方向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，和那組數字差了一度。最常見的情況就是：擋風玻璃換過一次，相機裝回去的時候歪了一點點，可是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檔案裡那組數字沒人去改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。有人會問：那到底是相機歪了，還是光達歪了？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都可以，而且不重要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——只要實際的和記錄的差一度，結果都一樣。一度聽起來很小對不對？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在五十公尺外，差一度會差多少？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五十公尺 × tan(一度) ＝ 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，將近一公尺。這一公尺是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橫向的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，各位不要想成「線變斜了」。意思是：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光達說那個人在這裡，相機說他在旁邊零點八七公尺的地方。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兩隻眼睛各自都沒有看錯，錯的是車子以為它們朝同一個方向看——其實差了一度。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是什麼概念？車道寬三點五公尺。差一公尺，你可能就把隔壁車道的車，當成自己車道上的車，然後急煞。這也是為什麼期末專題如果各位要做感測器融合，第一個卡住你們的一定是標定，不是演算法。剛剛講的都是原理，下一張我們看真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修車廠裡面，技師怎麼做標定。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剛剛講的都是原理，現在看真的。這支是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Safelite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拍的，美國最大的擋風玻璃商。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它是廣告，品牌的段落我們跳過，只看技師在做什麼。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我會跳著播三段。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第一段，0:20。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所有車廠都規定，擋風玻璃換過之後，這些安全系統一定要重新標定。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各位注意，這不是建議，是規定。我們剛剛算出來那零點八七公尺，就是為什麼。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第二段，1:25。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技師先用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把車對正，平板上跑的是「Static Camera Aiming，第 2 步，共 15 步」。然後看他搬出來那塊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黑白格子板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——那就是標定板。相機對著那塊板子，演算法才知道「正前方」到底是畫面上哪一個像素。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每一款車用的板子都不一樣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，所以這件事通常只能在原廠或特約廠做。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第三段，2:02。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有些車不靠板子，靠開的。技師把車開上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有清楚標線的路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，跑到指定速度，車子自己用車道線把相機校回來——這叫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，最久要跑一個小時。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所以標定要花多久？光是掃故障碼就十五分鐘，整套做完常常一兩個小時。這就是為什麼換一片擋風玻璃，現在比十年前貴那麼多——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玻璃本身沒貴多少，貴的是後面這段。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還有一件事上一張沒講完：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標定會跑掉。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車子每天在路上震動，過了一個坑洞，或者擋風玻璃換過一次，外參就變了。所以真正在營運的自駕車隊要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定期重新標定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，有些車還會自己在行駛中偷偷校正。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問各位一句：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你家的車，換過擋風玻璃嗎？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換的時候，店家有沒有跟你說還要重新標定？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最後一件事是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。剛剛講的標定是「空間」上要對準，這一件是「時間」上要對準。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想想看：光達一秒轉十圈，相機一秒拍六十張，兩個的節奏完全不一樣。假設車子現在收到一張相機的畫面，還有一圈光達的點雲，要把它們合起來。問題是——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這兩份資料是同一個瞬間的嗎？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如果沒有處理，它們可能差到五十毫秒。時速四十的時候，五十毫秒車子走了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零點五六公尺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所以你會把相機在 A 點看到的人，跟光達在 B 點量到的距離配在一起，得到一個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根本不存在的位置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。而且這個誤差會跟剛剛的標定誤差疊加。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解法有兩層。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第一層是共同時鐘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：每一顆感測器都在自己的資料上蓋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，全車用同一個時鐘——車上通常用 PTP，一種跑在網路線上的對時協定。但這一層只讓你知道「各自是幾點拍的」，還沒有讓它們同時拍。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第二層就是圖上那一行：multi-sensor phase lock。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光達是一直在轉的，一秒十圈，所以每一百毫秒經過正前方一次——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可是經過的那個時刻是隨機的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，開機的時候轉子從哪裡起步就決定了。Phase lock 做的事是：先對好時，再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把轉子的相位鎖住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，讓它在每一個整十分之一秒的那個瞬間，剛好轉到你指定的角度。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所以你可以設成「每個十分之一秒的整點，光達剛好指著正前方」，再把相機的快門排在同一個時刻——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兩隻眼睛看的就是同一個瞬間的同一塊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。兩顆光達也一樣，鎖住相位就知道誰什麼時候掃到重疊區。這一行有一個前提要記住：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要先有外部時間來源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（PTP 或同步脈衝），沒有對時就鎖不住相位。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各位會問：這一格其他幾行跟同步有什麼關係？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沒有關係。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這一格的標題是 Additional Programmability——「其他可以設定的項目」，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七行裡只有第一行在講同步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，其他是剛好印在同一格。這件事本身要學起來：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規格表上同一個框裡的東西，不一定是同一個主題。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其他幾行快速帶過，各位會發現每一行都是今天講過的。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Queryable intrinsic calibration information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：可以直接問這顆光達要它自己的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——底下的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angles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是每條線束實際的垂直角度（出廠量過，不是真的平均分布），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pose correction matrix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是機內那顆慣性感測器和光達本體的關係，等於原廠標好的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就是第十一張的兩次回波，可以選先給最強、最遠還是最近。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設 0、30 或 50 公分，比這個近的不回報。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masking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把不要的那一段角度關掉——這一行和第一行是同一套東西，都在設「這一圈從哪裡開始、到哪裡結束」。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Low-power standby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停車省電。第一節第十二張我說過「可設定」是模式不是數字——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這一整格就是最好的例子。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所以請各位記住：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兩顆感測器各自都是好的，不代表合起來是對的。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中間還有標定和同步這兩關，而它們在規格表上常常只有一兩行、甚至完全沒有，可是實際做系統的時候吃掉的時間比選型還多。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下一節我們回到工具上，把今天和上一節講的東西，全部用在一件事上：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幫一個指定的情境選一顆感測器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，而且要說得出是卡在哪一行。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第一句，相機的三件事。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捲簾快門會把移動中的東西扭掉；動態範圍不夠，隧道裡面黑掉或者外面白掉；沒有 LED 閃爍抑制，紅燈可能被拍成沒亮。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第二句，光達的三行。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波長決定法規允許你打多強，也就決定看多遠；Class 1 對眼睛安全是門檻，不是加分；多次回波決定它在雨和灰塵裡好不好用。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第三句，兩顆好的感測器合起來不一定對。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空間要標定，差一度在五十公尺外就差快一公尺；時間要同步，差五十毫秒在時速四十下就差半公尺以上。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下一節整節都在電腦上。各位要做的事是：拿四個型號、三個情境，自己判斷哪一顆能用、哪一顆不行，而且要講得出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這份東西第三節結束前要交，是個人作業。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mEH8z1JWgc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AdlvfHqxPg" TargetMode="External"/><Relationship Id="rId1" Type="http://schemas.openxmlformats.org/officeDocument/2006/relationships/image" Target="../media/image-6-1.gif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J7hdrMn2RII" TargetMode="External"/><Relationship Id="rId2" Type="http://schemas.openxmlformats.org/officeDocument/2006/relationships/hyperlink" Target="https://youtu.be/yqRNU7EsHJY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Dptg_z9aCk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thứ hai của datasheet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規格表的第二層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ít ai đọc, nhưng hỏng là hỏng ở đó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三行很少人看，但出事都出在那裡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2 節　2026/10/08（四）10:10–11:00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ảnh bị méo, bị đen hoặc trắng xoá, đèn đỏ thành tắt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相機：畫面會歪、會黑掉或白掉、紅燈會拍成沒亮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màn trập · dải tương phản · nháy đèn LED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快門方式・動態範圍・LED 閃爍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　Rolling shutter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3_rol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49680"/>
            <a:ext cx="3054096" cy="2036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示意圖：課程自製（src/tools_make_rs_gif.py）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014216" y="914400"/>
            <a:ext cx="46268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cuốn: ảnh không phải chụp cùng một lúc, mà quét từ trên xuống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捲簾快門：一張照片不是同時拍的，是從上往下掃出來的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phơi sáng dài như nhau, nhưng thời điểm lệch nhau: hàng cuối chậm hơn hàng đầu vài chục mili giây. Mỗi hàng chụp một khoảnh khắc khác nhau, nên cột điện bị nghiêng, cánh quạt bị cong.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每一列曝光一樣長，但時刻錯開：最後一列比第一列晚了幾十毫秒。每一列拍到的是不同的瞬間，所以電線桿會歪、螺旋槳會彎。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sợ nhất: vật ở rìa ảnh bị lệch chỗ, mà thuật toán lại tưởng nó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自駕車最怕的是：畫面邊緣的東西位置被扭掉，演算法卻以為那是真的。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32 秒，一次看懂兩種快門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 trên vật thật: cánh quạt cong như quả chuối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捲簾快門發生在真東西上：螺旋槳彎成香蕉形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0" y="1301348"/>
            <a:ext cx="3212848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圖：onsemi（AR0233AT Product Preview, Rev. P2）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Shutter vs. Rolling Shutter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Sony（原廠官方頻道）　·　0:32（上下對照，播兩次）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https://youtu.be/YmEH8z1JWgc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Trên: Global Shutter · Dưới: Rolling Shutter — cùng một chiếc trực thăng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 Global Shutter、下面 Rolling Shutter——同一架直升機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một: chỉ nhìn cánh quạt chính — trên thẳng, dưới cong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第一次只看主旋翼：上面直的，下面彎成香蕉形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hai: cánh quạt đuôi méo hẳn, thân máy bay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第二次看尾旋翼：整個扭掉；機身沒在動，就不歪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cảnh, chỉ khác kiểu màn trập. Dòng Shutter Type quyết định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同一個場景，只差在快門方式。規格表上 Shutter Type 那一行決定的就是這件事。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　Dynamic range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Dải tương phản động: cùng một khung vừa có chỗ tối vừa có chỗ chói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動態範圍：同一張畫面裡，又有很暗的地方又有很亮的地方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đường hầm giữa trưa: trong hầm tối, ngoài hầm chói. Mắt người xử lý được khoảng 120 dB; AR0233AT ghi trên 140 dB, đó là lý do nó đắt.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中午開出隧道口：裡面很暗，外面很亮。人眼大約能處理 120 dB；AR0233AT 寫的是 140 dB 以上，這就是它貴的原因。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dải động thì hoặc là trong hầm đen kịt, hoặc là ngoài hầm trắng xoá — chọn một.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動態範圍不夠的話，不是隧道裡一片黑，就是隧道外一片白——只能選一個。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真的隧道口，0:14–0:40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Ngay lúc ra khỏi hầm: máy ảnh 140 dB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出隧道口那一瞬間：140 dB 的相機看到的畫面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左：課程自製示意圖（src/tools_make_dr_gif.py）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140dB HDR GMSL Camera Demo in Real-World Driving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e-con Systems（原廠官方頻道）　·　1:00（只看 0:14–0:40）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https://youtu.be/iAdlvfHqxPg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0:14 trong hầm: tường và đèn trần vẫn nhìn rõ, không thành một mảng đen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0:14 在隧道裡：牆面和頂上那排燈都還看得清楚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 ra khỏi hầm: tường tối hai bên và nắng ngoài cùng có mặt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0:30 出隧道口：兩邊的暗牆和外面的大太陽同時都在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trên màn hình: 140dB HDR — đúng con số của AR0233AT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畫面上標的是 140dB HDR，和 AR0233AT 同一個數字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Trái là hình minh hoạ, phải là quay thật. Dòng Dynamic Range quyết định đúng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左邊是示意圖，右邊是真的開上路拍的。規格表上 Dynamic Range 那一行，決定的就是這一秒。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　LED flicker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5_ledflick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示意圖：課程自製（src/tools_make_lfm_gif.py）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LED nhấp nháy: mắt người không thấy, camera thì thấy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LED 在閃：人眼看不出來，相機看得出來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tín hiệu và đèn hậu LED nháy hơn một trăm lần mỗi giây, mỗi lần chỉ sáng 1/10 thời gian. Ban ngày phơi sáng rất ngắn nên camera hay bắt trượt.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紅綠燈和 LED 尾燈每秒閃一百次以上，而且一次只亮十分之一的時間。白天為了不過曝，快門很短，常常就剛好錯過。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LFM trên datasheet là để chữa đúng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規格表上那行 LFM，就是專門解決這件事的。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laser loại nào, có hại mắt không, có xuyên mưa không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光達：雷射用哪一種、傷不傷眼睛、能不能看穿雨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· cấp an toàn laser · số lần phản hồi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波長・雷射安全等級・回波次數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845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645" y="286947"/>
            <a:ext cx="7980709" cy="824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905, 865 hay 1550 nm: chọn bước sóng là chọn đánh đổi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905、865 還是 1550 奈米：選波長就是選代價</a:t>
            </a:r>
            <a:endParaRPr lang="en-US" sz="2160" dirty="0"/>
          </a:p>
        </p:txBody>
      </p:sp>
      <p:sp>
        <p:nvSpPr>
          <p:cNvPr id="3" name="Shape 1"/>
          <p:cNvSpPr/>
          <p:nvPr/>
        </p:nvSpPr>
        <p:spPr>
          <a:xfrm>
            <a:off x="581645" y="1111919"/>
            <a:ext cx="7980709" cy="699433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5119" y="1183656"/>
            <a:ext cx="7693763" cy="55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con số này đều nằm ở dòng «Laser Wavelength» trên datasheet.</a:t>
            </a:r>
            <a:endParaRPr lang="en-US" sz="113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這三個數字都寫在規格表的 Laser Wavelength 那一行。</a:t>
            </a:r>
            <a:endParaRPr lang="en-US" sz="11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645" y="1918957"/>
          <a:ext cx="7980709" cy="896709"/>
        </p:xfrm>
        <a:graphic>
          <a:graphicData uri="http://schemas.openxmlformats.org/drawingml/2006/table">
            <a:tbl>
              <a:tblPr/>
              <a:tblGrid>
                <a:gridCol w="1995177"/>
                <a:gridCol w="1995177"/>
                <a:gridCol w="1995177"/>
                <a:gridCol w="1995177"/>
              </a:tblGrid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Bước sóng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波長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dùng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誰在用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lợi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Trả giá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Phổ biến nhất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最常見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silic, rẻ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用矽做接收器，便宜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Tới võng mạc — công suất bị siết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直達視網膜，功率被壓住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865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họ với 905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跟 905 同一類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Giống trên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同上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1550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1550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tầm xa cao cấp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高階長距光達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nước trong mắt hấp thụ → bắn mạnh hơn hàng chục lần → nhìn xa hơn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先被眼睛裡的水吸收 → 可以打強幾十倍 → 看得更遠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InGaAs, đắt hơn nhiều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要用銦鎵砷接收器，貴好幾倍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1645" y="4180796"/>
            <a:ext cx="7980709" cy="44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số, ba chuyện: an toàn, nhìn xa, và giá.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一行數字，背後是三件事：安全、看多遠、多少錢。</a:t>
            </a:r>
            <a:endParaRPr lang="en-US" sz="118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6060" y="125539"/>
            <a:ext cx="807038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30000" y="125539"/>
            <a:ext cx="1972760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mắt · 眼睛安全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1 eye-safe: dòng này không có thì đừng lắp lên xe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Class 1 對眼睛安全：沒有這一行就不要裝上車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Nghĩa là dùng bình thường, nhìn thẳng vào nó cũng không hại mắt.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意思是在正常使用的情況下，就算直視它也不會傷到眼睛。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la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7162" y="2706624"/>
            <a:ext cx="3929676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p.2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quảng cáo — đây là điều kiện để được bán.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這不是廣告詞，這是能不能賣的門檻。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lần phản hồi · 回波次數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489079" cy="1970282"/>
          </a:xfrm>
          <a:prstGeom prst="roundRect">
            <a:avLst>
              <a:gd name="adj" fmla="val 55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ech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7176"/>
            <a:ext cx="2342775" cy="156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65226"/>
            <a:ext cx="2342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示意圖：課程自製（src/tools_make_echo_gif.py）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302895" y="914400"/>
            <a:ext cx="5338185" cy="1970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«up to 2 returns»: một tia bắn ra có thể vọng về hai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「最多兩次回波」：一道雷射射出去，可能彈回來兩次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xuyên mưa, lá cây, khói bụi rồi mới chạm vật thật. Chỉ nhận một lần vọng thì hạt mưa thành vật cản.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雷射穿過雨幕、樹葉、煙塵才打到真正的東西。只收第一次回波，就可能把雨滴當成障礙物。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2920" y="3012698"/>
            <a:ext cx="8138160" cy="864358"/>
          </a:xfrm>
          <a:prstGeom prst="roundRect">
            <a:avLst>
              <a:gd name="adj" fmla="val 952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8" name="Image 1" descr="/Users/tsengchenghsun/Class/carClass/Claude outputs/第五週(10-8)/src/img/w5_os1_retur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104138"/>
            <a:ext cx="7991856" cy="5168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ta nói «tuyết bay cũng phản xạ» — dòng này chính là cách chữa.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第三週講過「飄著的雪也會反射」——這一行就是解法。</a:t>
            </a:r>
            <a:endParaRPr lang="en-US" sz="1250" dirty="0"/>
          </a:p>
        </p:txBody>
      </p:sp>
      <p:pic>
        <p:nvPicPr>
          <p:cNvPr id="13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· 鏡面的三種壞法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示意圖：課程自製（src/tools_make_mirror_gif.py）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hỏng, hỏng theo ba cách khác nhau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三種狀況，壞的方式完全不一樣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giả định: ánh sáng bắn ra sẽ tán về một ít. Ba dòng này đều là lúc giả định đó không còn đúng.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光達的前提是：打出去的光會散一點回來。這三種狀況，就是這個前提不成立的時候。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cùng một mặt kính, chỉ khác hướng bật ra. ③ không phải gương.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①②是同一面玻璃，只差彈出去的方向有沒有東西。③根本不是鏡面。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Mặt gương và vật phản quang: không về, về sai chỗ, hoặc quá chói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鏡面與反光材質：光回不來、回錯地方、或太亮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Bề mặt này làm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這個表面做了什麼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gì trên point cloud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點雲上看到什麼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Hiện xử lý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目前怎麼處理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Hắt cả chùm đi, không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整束反射走，一點都不回來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lỗ: kính toà nhà, cản mạ crôm, đường ướt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那一塊變成洞：玻璃帷幕、鍍鉻保險桿、濕路面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bù: sóng mm gặp gương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靠雷達補：毫米波碰鏡面的行為不一樣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Dội sang vật bên cạnh rồi mới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先彈到旁邊的東西，再原路回來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Mọc ra xe không tồn tại ở phía sau gương (ghost point)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鏡子後面長出不存在的車（鬼點）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lần phản hồi + lọc thời gian: ghost không ổn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多次回波＋時間比對：鬼點不會穩定移動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Phản xạ ngược (áo phản quang, biển báo)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回歸反射（反光背心、路牌）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Sáng quá mức, thành một quầng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亮到爆表，變成一團光暈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cường độ: phân bố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看反射強度：分布和漫反射差很多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679169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chiêu nào chặn được hết. Cách thật là ghép một tổ cảm biến yếu ở chỗ khác nhau.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沒有一招擋得住全部。真正的解法是湊一組「弱點不一樣」的感測器。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nhanh · 小練習（3 分鐘動手）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cụ, dùng công cụ nhỏ số ② để đổi «điểm mỗi giây» thành góc.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打開工具，用第②個小工具，把「每秒幾點」換算成角度。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64 kênh, 1024 điểm mỗi vòng, 10 Hz — số điểm mỗi giây là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設成 64 線、每圈 1024 點、10 Hz——每秒點數是多少？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ngang lúc đó là bao nhiêu độ? Ở 40 m hai điểm cách nhau mấy centimet?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這時候水平角解析度是幾度？40 公尺處兩個點相距幾公分？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2048 điểm mỗi vòng: hai con số đó đổi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改成每圈 2048 點：這兩個數字怎麼變？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hay chỉ ghi «điểm mỗi giây» — con số oai nhất, nhưng không dùng thẳng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規格表常常只寫「每秒幾點」——那是最威風的數字，可是不能直接拿來用。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tốt, ghép lại vẫn sai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兩顆都是好的，合起來還是錯的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và đồng bộ thời gian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標定與時間同步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chuẩn: nói cho xe biết mỗi con mắt ở đâu, nhìn hướng nào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標定：告訴車子每一隻眼睛裝在哪、朝哪看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trong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內參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méo, tâm ảnh ở đâu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cũng có: góc từng tia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鏡頭扭曲多少、畫面中心在哪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光達也有：每條線束的角度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1951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035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035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024218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0:19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youtu.be/J7hdrMn2RII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6" name="Text 14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</a:t>
            </a:r>
            <a:endParaRPr lang="en-US" sz="1360" dirty="0"/>
          </a:p>
        </p:txBody>
      </p:sp>
      <p:sp>
        <p:nvSpPr>
          <p:cNvPr id="17" name="Text 15"/>
          <p:cNvSpPr txBox="1"/>
          <p:nvPr/>
        </p:nvSpPr>
        <p:spPr>
          <a:xfrm>
            <a:off x="3466467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ở đâu trên thân xe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hướng nào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裝在車身的哪裡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朝哪個方向看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3608734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9817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9817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3751001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0:14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youtu.be/yqRNU7EsHJY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26" name="Text 24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1° so với số đã ghi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實際角度和車上記的差 1 度</a:t>
            </a:r>
            <a:endParaRPr lang="en-US" sz="1360" dirty="0"/>
          </a:p>
        </p:txBody>
      </p:sp>
      <p:sp>
        <p:nvSpPr>
          <p:cNvPr id="27" name="Text 25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lệch ngang gần 0,9 m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để nhầm làn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公尺處橫向差 0.9 公尺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足以搞錯車道</a:t>
            </a:r>
            <a:endParaRPr lang="en-US" sz="1120" dirty="0"/>
          </a:p>
        </p:txBody>
      </p:sp>
      <p:sp>
        <p:nvSpPr>
          <p:cNvPr id="28" name="Text 26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Rung, va chạm, thay kính chắn gió — đều làm lệch. Nên phải hiệu chuẩn lại định kỳ.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震動、碰撞、換擋風玻璃，都會讓它跑掉。所以要定期重新標定。</a:t>
            </a:r>
            <a:endParaRPr lang="en-US" sz="1220" dirty="0"/>
          </a:p>
        </p:txBody>
      </p:sp>
      <p:pic>
        <p:nvPicPr>
          <p:cNvPr id="3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880" dirty="0"/>
          </a:p>
        </p:txBody>
      </p:sp>
      <p:sp>
        <p:nvSpPr>
          <p:cNvPr id="32" name="Text 28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2:55，跳著播三段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ngoài tiệm: kỹ thuật viên thật sự làm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標定在修車廠長什麼樣：技師實際在做什麼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17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示意圖：課程自製（src/tools_make_target_png.py）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Windshield camera recalibration: Static vs. Dynamic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Safelite AutoGlass（美國最大的擋風玻璃商）　·　2:55（只看 0:20–0:35、1:25–2:00、2:02–2:33）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https://youtu.be/LDptg_z9aCk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 Hãng quy định: thay kính chắn gió là phải hiệu chuẩn lại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0:20 原廠規定：擋風玻璃換過就一定要重新標定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Laser canh xe → dựng bảng ô vuông đen trắng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1:25 雷射把車對正 → 搬出黑白格子標定板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2:02 Hiệu chuẩn động: chạy trên đường có vạch kẻ rõ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2:02 動態標定：開上有清楚標線的路，跑到指定速度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không đắt hơn bao nhiêu — đắt là khúc hiệu chuẩn phía sau.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玻璃本身沒貴多少，貴的是後面這段標定。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· 時間同步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625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thời gian: hai con mắt phải nhìn cùng một khoảnh khắc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時間同步：兩隻眼睛要看的是同一個瞬間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10 Hz, camera 60 fps. Không có dấu thời gian chung thì lệch tới 50 ms — 40 km/h là hơn nửa mét.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10 Hz、相機 60 fps。沒有共同時間戳，兩邊可能差 50 毫秒——時速 40 就超過半公尺。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68114"/>
            <a:ext cx="8138160" cy="1208942"/>
          </a:xfrm>
          <a:prstGeom prst="roundRect">
            <a:avLst>
              <a:gd name="adj" fmla="val 680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p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759554"/>
            <a:ext cx="7991856" cy="8614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có dòng «multi-sensor phase lock» chính là để giải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規格表上那行 multi-sensor phase lock，就是在處理這件事。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màn trập cuốn làm méo vật đang chạy; thiếu dải động thì hầm đen hoặc trời trắng; không có LFM thì đèn đỏ có thể chụp thành tắt.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相機：捲簾快門會扭曲移動中的東西；動態範圍不夠，隧道裡黑或隧道外白；沒有 LFM，紅燈可能拍成沒亮。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bước sóng quyết định được bắn mạnh tới đâu; Class 1 là ngưỡng bắt buộc; nhiều lần phản hồi là để sống sót trong mưa bụi.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光達：波長決定能打多強；Class 1 是門檻；多次回波是為了在雨和灰塵裡活下來。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 chưa chắc ghép lại đúng: lệch 1° ở 50 m là gần 1 m; lệch 50 ms ở 40 km/h là hơn nửa mét.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兩顆好的感測器合起來不一定對：差 1 度，50 公尺就差近 1 公尺；差 50 毫秒，時速 40 就差半公尺以上。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2026-10-07T03:10:10Z</dcterms:created>
  <dcterms:modified xsi:type="dcterms:W3CDTF">2026-10-07T03:10:10Z</dcterms:modified>
</cp:coreProperties>
</file>